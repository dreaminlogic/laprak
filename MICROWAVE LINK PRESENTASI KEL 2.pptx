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84" r:id="rId3"/>
    <p:sldMasterId id="2147483686" r:id="rId4"/>
    <p:sldMasterId id="2147483706" r:id="rId5"/>
  </p:sldMasterIdLst>
  <p:sldIdLst>
    <p:sldId id="257" r:id="rId6"/>
    <p:sldId id="259" r:id="rId7"/>
    <p:sldId id="260" r:id="rId8"/>
    <p:sldId id="261" r:id="rId9"/>
    <p:sldId id="263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5F1A"/>
    <a:srgbClr val="CA7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26024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37726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87889343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21540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16823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7C198975-F807-4F2E-A703-0C01359F0B23}"/>
              </a:ext>
            </a:extLst>
          </p:cNvPr>
          <p:cNvSpPr/>
          <p:nvPr userDrawn="1"/>
        </p:nvSpPr>
        <p:spPr>
          <a:xfrm>
            <a:off x="869126" y="560353"/>
            <a:ext cx="4503392" cy="5707979"/>
          </a:xfrm>
          <a:custGeom>
            <a:avLst/>
            <a:gdLst>
              <a:gd name="connsiteX0" fmla="*/ 648487 w 4503392"/>
              <a:gd name="connsiteY0" fmla="*/ 1838468 h 5707979"/>
              <a:gd name="connsiteX1" fmla="*/ 1963024 w 4503392"/>
              <a:gd name="connsiteY1" fmla="*/ 1838468 h 5707979"/>
              <a:gd name="connsiteX2" fmla="*/ 1763384 w 4503392"/>
              <a:gd name="connsiteY2" fmla="*/ 1937318 h 5707979"/>
              <a:gd name="connsiteX3" fmla="*/ 1303298 w 4503392"/>
              <a:gd name="connsiteY3" fmla="*/ 2060785 h 5707979"/>
              <a:gd name="connsiteX4" fmla="*/ 695667 w 4503392"/>
              <a:gd name="connsiteY4" fmla="*/ 1887082 h 5707979"/>
              <a:gd name="connsiteX5" fmla="*/ 200557 w 4503392"/>
              <a:gd name="connsiteY5" fmla="*/ 1838468 h 5707979"/>
              <a:gd name="connsiteX6" fmla="*/ 501443 w 4503392"/>
              <a:gd name="connsiteY6" fmla="*/ 1838468 h 5707979"/>
              <a:gd name="connsiteX7" fmla="*/ 503715 w 4503392"/>
              <a:gd name="connsiteY7" fmla="*/ 1843189 h 5707979"/>
              <a:gd name="connsiteX8" fmla="*/ 495067 w 4503392"/>
              <a:gd name="connsiteY8" fmla="*/ 1845628 h 5707979"/>
              <a:gd name="connsiteX9" fmla="*/ 705082 w 4503392"/>
              <a:gd name="connsiteY9" fmla="*/ 2038180 h 5707979"/>
              <a:gd name="connsiteX10" fmla="*/ 1422508 w 4503392"/>
              <a:gd name="connsiteY10" fmla="*/ 2151202 h 5707979"/>
              <a:gd name="connsiteX11" fmla="*/ 1925498 w 4503392"/>
              <a:gd name="connsiteY11" fmla="*/ 1992364 h 5707979"/>
              <a:gd name="connsiteX12" fmla="*/ 2179376 w 4503392"/>
              <a:gd name="connsiteY12" fmla="*/ 1871763 h 5707979"/>
              <a:gd name="connsiteX13" fmla="*/ 2247816 w 4503392"/>
              <a:gd name="connsiteY13" fmla="*/ 1838468 h 5707979"/>
              <a:gd name="connsiteX14" fmla="*/ 2599751 w 4503392"/>
              <a:gd name="connsiteY14" fmla="*/ 1838468 h 5707979"/>
              <a:gd name="connsiteX15" fmla="*/ 2604347 w 4503392"/>
              <a:gd name="connsiteY15" fmla="*/ 1842534 h 5707979"/>
              <a:gd name="connsiteX16" fmla="*/ 3595679 w 4503392"/>
              <a:gd name="connsiteY16" fmla="*/ 2146726 h 5707979"/>
              <a:gd name="connsiteX17" fmla="*/ 3834555 w 4503392"/>
              <a:gd name="connsiteY17" fmla="*/ 2102462 h 5707979"/>
              <a:gd name="connsiteX18" fmla="*/ 3869511 w 4503392"/>
              <a:gd name="connsiteY18" fmla="*/ 2090869 h 5707979"/>
              <a:gd name="connsiteX19" fmla="*/ 3869511 w 4503392"/>
              <a:gd name="connsiteY19" fmla="*/ 5507422 h 5707979"/>
              <a:gd name="connsiteX20" fmla="*/ 3668954 w 4503392"/>
              <a:gd name="connsiteY20" fmla="*/ 5707979 h 5707979"/>
              <a:gd name="connsiteX21" fmla="*/ 200557 w 4503392"/>
              <a:gd name="connsiteY21" fmla="*/ 5707979 h 5707979"/>
              <a:gd name="connsiteX22" fmla="*/ 0 w 4503392"/>
              <a:gd name="connsiteY22" fmla="*/ 5507422 h 5707979"/>
              <a:gd name="connsiteX23" fmla="*/ 0 w 4503392"/>
              <a:gd name="connsiteY23" fmla="*/ 2039025 h 5707979"/>
              <a:gd name="connsiteX24" fmla="*/ 200557 w 4503392"/>
              <a:gd name="connsiteY24" fmla="*/ 1838468 h 5707979"/>
              <a:gd name="connsiteX25" fmla="*/ 645514 w 4503392"/>
              <a:gd name="connsiteY25" fmla="*/ 1835405 h 5707979"/>
              <a:gd name="connsiteX26" fmla="*/ 648487 w 4503392"/>
              <a:gd name="connsiteY26" fmla="*/ 1838468 h 5707979"/>
              <a:gd name="connsiteX27" fmla="*/ 644072 w 4503392"/>
              <a:gd name="connsiteY27" fmla="*/ 1838468 h 5707979"/>
              <a:gd name="connsiteX28" fmla="*/ 3027466 w 4503392"/>
              <a:gd name="connsiteY28" fmla="*/ 1287091 h 5707979"/>
              <a:gd name="connsiteX29" fmla="*/ 3353221 w 4503392"/>
              <a:gd name="connsiteY29" fmla="*/ 1330481 h 5707979"/>
              <a:gd name="connsiteX30" fmla="*/ 3844770 w 4503392"/>
              <a:gd name="connsiteY30" fmla="*/ 1517120 h 5707979"/>
              <a:gd name="connsiteX31" fmla="*/ 4294094 w 4503392"/>
              <a:gd name="connsiteY31" fmla="*/ 1654847 h 5707979"/>
              <a:gd name="connsiteX32" fmla="*/ 4503392 w 4503392"/>
              <a:gd name="connsiteY32" fmla="*/ 1663137 h 5707979"/>
              <a:gd name="connsiteX33" fmla="*/ 4439503 w 4503392"/>
              <a:gd name="connsiteY33" fmla="*/ 1734209 h 5707979"/>
              <a:gd name="connsiteX34" fmla="*/ 3946982 w 4503392"/>
              <a:gd name="connsiteY34" fmla="*/ 2065177 h 5707979"/>
              <a:gd name="connsiteX35" fmla="*/ 3869511 w 4503392"/>
              <a:gd name="connsiteY35" fmla="*/ 2090869 h 5707979"/>
              <a:gd name="connsiteX36" fmla="*/ 3869511 w 4503392"/>
              <a:gd name="connsiteY36" fmla="*/ 2039025 h 5707979"/>
              <a:gd name="connsiteX37" fmla="*/ 3668954 w 4503392"/>
              <a:gd name="connsiteY37" fmla="*/ 1838468 h 5707979"/>
              <a:gd name="connsiteX38" fmla="*/ 2599751 w 4503392"/>
              <a:gd name="connsiteY38" fmla="*/ 1838468 h 5707979"/>
              <a:gd name="connsiteX39" fmla="*/ 2593749 w 4503392"/>
              <a:gd name="connsiteY39" fmla="*/ 1833159 h 5707979"/>
              <a:gd name="connsiteX40" fmla="*/ 2607001 w 4503392"/>
              <a:gd name="connsiteY40" fmla="*/ 1809595 h 5707979"/>
              <a:gd name="connsiteX41" fmla="*/ 3279882 w 4503392"/>
              <a:gd name="connsiteY41" fmla="*/ 1672256 h 5707979"/>
              <a:gd name="connsiteX42" fmla="*/ 3700632 w 4503392"/>
              <a:gd name="connsiteY42" fmla="*/ 1764662 h 5707979"/>
              <a:gd name="connsiteX43" fmla="*/ 3712515 w 4503392"/>
              <a:gd name="connsiteY43" fmla="*/ 1769305 h 5707979"/>
              <a:gd name="connsiteX44" fmla="*/ 3723513 w 4503392"/>
              <a:gd name="connsiteY44" fmla="*/ 1771681 h 5707979"/>
              <a:gd name="connsiteX45" fmla="*/ 3717157 w 4503392"/>
              <a:gd name="connsiteY45" fmla="*/ 1764496 h 5707979"/>
              <a:gd name="connsiteX46" fmla="*/ 3706822 w 4503392"/>
              <a:gd name="connsiteY46" fmla="*/ 1758748 h 5707979"/>
              <a:gd name="connsiteX47" fmla="*/ 3184710 w 4503392"/>
              <a:gd name="connsiteY47" fmla="*/ 1596318 h 5707979"/>
              <a:gd name="connsiteX48" fmla="*/ 2432135 w 4503392"/>
              <a:gd name="connsiteY48" fmla="*/ 1748800 h 5707979"/>
              <a:gd name="connsiteX49" fmla="*/ 2247816 w 4503392"/>
              <a:gd name="connsiteY49" fmla="*/ 1838468 h 5707979"/>
              <a:gd name="connsiteX50" fmla="*/ 1963024 w 4503392"/>
              <a:gd name="connsiteY50" fmla="*/ 1838468 h 5707979"/>
              <a:gd name="connsiteX51" fmla="*/ 1976164 w 4503392"/>
              <a:gd name="connsiteY51" fmla="*/ 1831962 h 5707979"/>
              <a:gd name="connsiteX52" fmla="*/ 2177959 w 4503392"/>
              <a:gd name="connsiteY52" fmla="*/ 1700110 h 5707979"/>
              <a:gd name="connsiteX53" fmla="*/ 2556983 w 4503392"/>
              <a:gd name="connsiteY53" fmla="*/ 1438749 h 5707979"/>
              <a:gd name="connsiteX54" fmla="*/ 2916995 w 4503392"/>
              <a:gd name="connsiteY54" fmla="*/ 1298482 h 5707979"/>
              <a:gd name="connsiteX55" fmla="*/ 3027466 w 4503392"/>
              <a:gd name="connsiteY55" fmla="*/ 1287091 h 5707979"/>
              <a:gd name="connsiteX56" fmla="*/ 2048578 w 4503392"/>
              <a:gd name="connsiteY56" fmla="*/ 1083989 h 5707979"/>
              <a:gd name="connsiteX57" fmla="*/ 2211396 w 4503392"/>
              <a:gd name="connsiteY57" fmla="*/ 1083989 h 5707979"/>
              <a:gd name="connsiteX58" fmla="*/ 2230297 w 4503392"/>
              <a:gd name="connsiteY58" fmla="*/ 1102945 h 5707979"/>
              <a:gd name="connsiteX59" fmla="*/ 2229965 w 4503392"/>
              <a:gd name="connsiteY59" fmla="*/ 1185681 h 5707979"/>
              <a:gd name="connsiteX60" fmla="*/ 2230186 w 4503392"/>
              <a:gd name="connsiteY60" fmla="*/ 1265708 h 5707979"/>
              <a:gd name="connsiteX61" fmla="*/ 2210843 w 4503392"/>
              <a:gd name="connsiteY61" fmla="*/ 1287042 h 5707979"/>
              <a:gd name="connsiteX62" fmla="*/ 2048080 w 4503392"/>
              <a:gd name="connsiteY62" fmla="*/ 1286987 h 5707979"/>
              <a:gd name="connsiteX63" fmla="*/ 2029345 w 4503392"/>
              <a:gd name="connsiteY63" fmla="*/ 1268029 h 5707979"/>
              <a:gd name="connsiteX64" fmla="*/ 2029345 w 4503392"/>
              <a:gd name="connsiteY64" fmla="*/ 1102448 h 5707979"/>
              <a:gd name="connsiteX65" fmla="*/ 2048578 w 4503392"/>
              <a:gd name="connsiteY65" fmla="*/ 1083989 h 5707979"/>
              <a:gd name="connsiteX66" fmla="*/ 1925938 w 4503392"/>
              <a:gd name="connsiteY66" fmla="*/ 1083989 h 5707979"/>
              <a:gd name="connsiteX67" fmla="*/ 1942021 w 4503392"/>
              <a:gd name="connsiteY67" fmla="*/ 1102670 h 5707979"/>
              <a:gd name="connsiteX68" fmla="*/ 1941855 w 4503392"/>
              <a:gd name="connsiteY68" fmla="*/ 1188057 h 5707979"/>
              <a:gd name="connsiteX69" fmla="*/ 1942021 w 4503392"/>
              <a:gd name="connsiteY69" fmla="*/ 1270738 h 5707979"/>
              <a:gd name="connsiteX70" fmla="*/ 1926270 w 4503392"/>
              <a:gd name="connsiteY70" fmla="*/ 1286876 h 5707979"/>
              <a:gd name="connsiteX71" fmla="*/ 1755438 w 4503392"/>
              <a:gd name="connsiteY71" fmla="*/ 1286820 h 5707979"/>
              <a:gd name="connsiteX72" fmla="*/ 1740847 w 4503392"/>
              <a:gd name="connsiteY72" fmla="*/ 1272395 h 5707979"/>
              <a:gd name="connsiteX73" fmla="*/ 1740847 w 4503392"/>
              <a:gd name="connsiteY73" fmla="*/ 1098801 h 5707979"/>
              <a:gd name="connsiteX74" fmla="*/ 1755108 w 4503392"/>
              <a:gd name="connsiteY74" fmla="*/ 1084099 h 5707979"/>
              <a:gd name="connsiteX75" fmla="*/ 1925938 w 4503392"/>
              <a:gd name="connsiteY75" fmla="*/ 1083989 h 5707979"/>
              <a:gd name="connsiteX76" fmla="*/ 998442 w 4503392"/>
              <a:gd name="connsiteY76" fmla="*/ 992528 h 5707979"/>
              <a:gd name="connsiteX77" fmla="*/ 1023534 w 4503392"/>
              <a:gd name="connsiteY77" fmla="*/ 992797 h 5707979"/>
              <a:gd name="connsiteX78" fmla="*/ 1219236 w 4503392"/>
              <a:gd name="connsiteY78" fmla="*/ 1117206 h 5707979"/>
              <a:gd name="connsiteX79" fmla="*/ 1217245 w 4503392"/>
              <a:gd name="connsiteY79" fmla="*/ 1151250 h 5707979"/>
              <a:gd name="connsiteX80" fmla="*/ 572442 w 4503392"/>
              <a:gd name="connsiteY80" fmla="*/ 1793568 h 5707979"/>
              <a:gd name="connsiteX81" fmla="*/ 549561 w 4503392"/>
              <a:gd name="connsiteY81" fmla="*/ 1806612 h 5707979"/>
              <a:gd name="connsiteX82" fmla="*/ 175179 w 4503392"/>
              <a:gd name="connsiteY82" fmla="*/ 1806446 h 5707979"/>
              <a:gd name="connsiteX83" fmla="*/ 269410 w 4503392"/>
              <a:gd name="connsiteY83" fmla="*/ 1713652 h 5707979"/>
              <a:gd name="connsiteX84" fmla="*/ 977827 w 4503392"/>
              <a:gd name="connsiteY84" fmla="*/ 1006229 h 5707979"/>
              <a:gd name="connsiteX85" fmla="*/ 998442 w 4503392"/>
              <a:gd name="connsiteY85" fmla="*/ 992528 h 5707979"/>
              <a:gd name="connsiteX86" fmla="*/ 927942 w 4503392"/>
              <a:gd name="connsiteY86" fmla="*/ 899080 h 5707979"/>
              <a:gd name="connsiteX87" fmla="*/ 1024086 w 4503392"/>
              <a:gd name="connsiteY87" fmla="*/ 902381 h 5707979"/>
              <a:gd name="connsiteX88" fmla="*/ 1375365 w 4503392"/>
              <a:gd name="connsiteY88" fmla="*/ 1170096 h 5707979"/>
              <a:gd name="connsiteX89" fmla="*/ 1273120 w 4503392"/>
              <a:gd name="connsiteY89" fmla="*/ 1499878 h 5707979"/>
              <a:gd name="connsiteX90" fmla="*/ 1124561 w 4503392"/>
              <a:gd name="connsiteY90" fmla="*/ 1546523 h 5707979"/>
              <a:gd name="connsiteX91" fmla="*/ 1139485 w 4503392"/>
              <a:gd name="connsiteY91" fmla="*/ 1538068 h 5707979"/>
              <a:gd name="connsiteX92" fmla="*/ 1292905 w 4503392"/>
              <a:gd name="connsiteY92" fmla="*/ 1181537 h 5707979"/>
              <a:gd name="connsiteX93" fmla="*/ 988438 w 4503392"/>
              <a:gd name="connsiteY93" fmla="*/ 951955 h 5707979"/>
              <a:gd name="connsiteX94" fmla="*/ 489098 w 4503392"/>
              <a:gd name="connsiteY94" fmla="*/ 1348943 h 5707979"/>
              <a:gd name="connsiteX95" fmla="*/ 484510 w 4503392"/>
              <a:gd name="connsiteY95" fmla="*/ 1389894 h 5707979"/>
              <a:gd name="connsiteX96" fmla="*/ 435709 w 4503392"/>
              <a:gd name="connsiteY96" fmla="*/ 1498607 h 5707979"/>
              <a:gd name="connsiteX97" fmla="*/ 372760 w 4503392"/>
              <a:gd name="connsiteY97" fmla="*/ 1561501 h 5707979"/>
              <a:gd name="connsiteX98" fmla="*/ 407467 w 4503392"/>
              <a:gd name="connsiteY98" fmla="*/ 1261785 h 5707979"/>
              <a:gd name="connsiteX99" fmla="*/ 927942 w 4503392"/>
              <a:gd name="connsiteY99" fmla="*/ 899080 h 5707979"/>
              <a:gd name="connsiteX100" fmla="*/ 2045759 w 4503392"/>
              <a:gd name="connsiteY100" fmla="*/ 809696 h 5707979"/>
              <a:gd name="connsiteX101" fmla="*/ 2228749 w 4503392"/>
              <a:gd name="connsiteY101" fmla="*/ 983182 h 5707979"/>
              <a:gd name="connsiteX102" fmla="*/ 2204155 w 4503392"/>
              <a:gd name="connsiteY102" fmla="*/ 1011644 h 5707979"/>
              <a:gd name="connsiteX103" fmla="*/ 2055652 w 4503392"/>
              <a:gd name="connsiteY103" fmla="*/ 1011588 h 5707979"/>
              <a:gd name="connsiteX104" fmla="*/ 2029234 w 4503392"/>
              <a:gd name="connsiteY104" fmla="*/ 983624 h 5707979"/>
              <a:gd name="connsiteX105" fmla="*/ 2029621 w 4503392"/>
              <a:gd name="connsiteY105" fmla="*/ 909344 h 5707979"/>
              <a:gd name="connsiteX106" fmla="*/ 2029455 w 4503392"/>
              <a:gd name="connsiteY106" fmla="*/ 824066 h 5707979"/>
              <a:gd name="connsiteX107" fmla="*/ 2045759 w 4503392"/>
              <a:gd name="connsiteY107" fmla="*/ 809696 h 5707979"/>
              <a:gd name="connsiteX108" fmla="*/ 1927928 w 4503392"/>
              <a:gd name="connsiteY108" fmla="*/ 809255 h 5707979"/>
              <a:gd name="connsiteX109" fmla="*/ 1941911 w 4503392"/>
              <a:gd name="connsiteY109" fmla="*/ 826165 h 5707979"/>
              <a:gd name="connsiteX110" fmla="*/ 1941855 w 4503392"/>
              <a:gd name="connsiteY110" fmla="*/ 911555 h 5707979"/>
              <a:gd name="connsiteX111" fmla="*/ 1942077 w 4503392"/>
              <a:gd name="connsiteY111" fmla="*/ 994125 h 5707979"/>
              <a:gd name="connsiteX112" fmla="*/ 1924612 w 4503392"/>
              <a:gd name="connsiteY112" fmla="*/ 1011201 h 5707979"/>
              <a:gd name="connsiteX113" fmla="*/ 1759473 w 4503392"/>
              <a:gd name="connsiteY113" fmla="*/ 1011256 h 5707979"/>
              <a:gd name="connsiteX114" fmla="*/ 1742009 w 4503392"/>
              <a:gd name="connsiteY114" fmla="*/ 991858 h 5707979"/>
              <a:gd name="connsiteX115" fmla="*/ 1927928 w 4503392"/>
              <a:gd name="connsiteY115" fmla="*/ 809255 h 5707979"/>
              <a:gd name="connsiteX116" fmla="*/ 1988979 w 4503392"/>
              <a:gd name="connsiteY116" fmla="*/ 447570 h 5707979"/>
              <a:gd name="connsiteX117" fmla="*/ 2002816 w 4503392"/>
              <a:gd name="connsiteY117" fmla="*/ 454548 h 5707979"/>
              <a:gd name="connsiteX118" fmla="*/ 2519511 w 4503392"/>
              <a:gd name="connsiteY118" fmla="*/ 971961 h 5707979"/>
              <a:gd name="connsiteX119" fmla="*/ 2522773 w 4503392"/>
              <a:gd name="connsiteY119" fmla="*/ 979035 h 5707979"/>
              <a:gd name="connsiteX120" fmla="*/ 2504036 w 4503392"/>
              <a:gd name="connsiteY120" fmla="*/ 968645 h 5707979"/>
              <a:gd name="connsiteX121" fmla="*/ 2007404 w 4503392"/>
              <a:gd name="connsiteY121" fmla="*/ 556294 h 5707979"/>
              <a:gd name="connsiteX122" fmla="*/ 1962084 w 4503392"/>
              <a:gd name="connsiteY122" fmla="*/ 556130 h 5707979"/>
              <a:gd name="connsiteX123" fmla="*/ 1511766 w 4503392"/>
              <a:gd name="connsiteY123" fmla="*/ 929129 h 5707979"/>
              <a:gd name="connsiteX124" fmla="*/ 1500601 w 4503392"/>
              <a:gd name="connsiteY124" fmla="*/ 923934 h 5707979"/>
              <a:gd name="connsiteX125" fmla="*/ 1976841 w 4503392"/>
              <a:gd name="connsiteY125" fmla="*/ 455930 h 5707979"/>
              <a:gd name="connsiteX126" fmla="*/ 1988979 w 4503392"/>
              <a:gd name="connsiteY126" fmla="*/ 447570 h 5707979"/>
              <a:gd name="connsiteX127" fmla="*/ 1990008 w 4503392"/>
              <a:gd name="connsiteY127" fmla="*/ 16 h 5707979"/>
              <a:gd name="connsiteX128" fmla="*/ 2007292 w 4503392"/>
              <a:gd name="connsiteY128" fmla="*/ 9923 h 5707979"/>
              <a:gd name="connsiteX129" fmla="*/ 3261698 w 4503392"/>
              <a:gd name="connsiteY129" fmla="*/ 1265045 h 5707979"/>
              <a:gd name="connsiteX130" fmla="*/ 3264958 w 4503392"/>
              <a:gd name="connsiteY130" fmla="*/ 1272064 h 5707979"/>
              <a:gd name="connsiteX131" fmla="*/ 3109048 w 4503392"/>
              <a:gd name="connsiteY131" fmla="*/ 1252500 h 5707979"/>
              <a:gd name="connsiteX132" fmla="*/ 2908648 w 4503392"/>
              <a:gd name="connsiteY132" fmla="*/ 1264769 h 5707979"/>
              <a:gd name="connsiteX133" fmla="*/ 2862888 w 4503392"/>
              <a:gd name="connsiteY133" fmla="*/ 1250620 h 5707979"/>
              <a:gd name="connsiteX134" fmla="*/ 2012874 w 4503392"/>
              <a:gd name="connsiteY134" fmla="*/ 398839 h 5707979"/>
              <a:gd name="connsiteX135" fmla="*/ 1968606 w 4503392"/>
              <a:gd name="connsiteY135" fmla="*/ 398397 h 5707979"/>
              <a:gd name="connsiteX136" fmla="*/ 1358564 w 4503392"/>
              <a:gd name="connsiteY136" fmla="*/ 1009931 h 5707979"/>
              <a:gd name="connsiteX137" fmla="*/ 1323468 w 4503392"/>
              <a:gd name="connsiteY137" fmla="*/ 1010097 h 5707979"/>
              <a:gd name="connsiteX138" fmla="*/ 1102841 w 4503392"/>
              <a:gd name="connsiteY138" fmla="*/ 880496 h 5707979"/>
              <a:gd name="connsiteX139" fmla="*/ 1241564 w 4503392"/>
              <a:gd name="connsiteY139" fmla="*/ 743487 h 5707979"/>
              <a:gd name="connsiteX140" fmla="*/ 1257424 w 4503392"/>
              <a:gd name="connsiteY140" fmla="*/ 705076 h 5707979"/>
              <a:gd name="connsiteX141" fmla="*/ 1257424 w 4503392"/>
              <a:gd name="connsiteY141" fmla="*/ 326992 h 5707979"/>
              <a:gd name="connsiteX142" fmla="*/ 1233549 w 4503392"/>
              <a:gd name="connsiteY142" fmla="*/ 308312 h 5707979"/>
              <a:gd name="connsiteX143" fmla="*/ 1111186 w 4503392"/>
              <a:gd name="connsiteY143" fmla="*/ 341139 h 5707979"/>
              <a:gd name="connsiteX144" fmla="*/ 1263449 w 4503392"/>
              <a:gd name="connsiteY144" fmla="*/ 202253 h 5707979"/>
              <a:gd name="connsiteX145" fmla="*/ 1284726 w 4503392"/>
              <a:gd name="connsiteY145" fmla="*/ 201258 h 5707979"/>
              <a:gd name="connsiteX146" fmla="*/ 1481921 w 4503392"/>
              <a:gd name="connsiteY146" fmla="*/ 327931 h 5707979"/>
              <a:gd name="connsiteX147" fmla="*/ 1495295 w 4503392"/>
              <a:gd name="connsiteY147" fmla="*/ 355343 h 5707979"/>
              <a:gd name="connsiteX148" fmla="*/ 1495074 w 4503392"/>
              <a:gd name="connsiteY148" fmla="*/ 482183 h 5707979"/>
              <a:gd name="connsiteX149" fmla="*/ 1515026 w 4503392"/>
              <a:gd name="connsiteY149" fmla="*/ 469305 h 5707979"/>
              <a:gd name="connsiteX150" fmla="*/ 1973469 w 4503392"/>
              <a:gd name="connsiteY150" fmla="*/ 10586 h 5707979"/>
              <a:gd name="connsiteX151" fmla="*/ 1990008 w 4503392"/>
              <a:gd name="connsiteY151" fmla="*/ 16 h 570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4503392" h="5707979">
                <a:moveTo>
                  <a:pt x="648487" y="1838468"/>
                </a:moveTo>
                <a:lnTo>
                  <a:pt x="1963024" y="1838468"/>
                </a:lnTo>
                <a:lnTo>
                  <a:pt x="1763384" y="1937318"/>
                </a:lnTo>
                <a:cubicBezTo>
                  <a:pt x="1617782" y="1998291"/>
                  <a:pt x="1464595" y="2040309"/>
                  <a:pt x="1303298" y="2060785"/>
                </a:cubicBezTo>
                <a:cubicBezTo>
                  <a:pt x="1071996" y="2090139"/>
                  <a:pt x="864306" y="2040112"/>
                  <a:pt x="695667" y="1887082"/>
                </a:cubicBezTo>
                <a:close/>
                <a:moveTo>
                  <a:pt x="200557" y="1838468"/>
                </a:moveTo>
                <a:lnTo>
                  <a:pt x="501443" y="1838468"/>
                </a:lnTo>
                <a:lnTo>
                  <a:pt x="503715" y="1843189"/>
                </a:lnTo>
                <a:lnTo>
                  <a:pt x="495067" y="1845628"/>
                </a:lnTo>
                <a:cubicBezTo>
                  <a:pt x="552268" y="1924717"/>
                  <a:pt x="621906" y="1989159"/>
                  <a:pt x="705082" y="2038180"/>
                </a:cubicBezTo>
                <a:cubicBezTo>
                  <a:pt x="929192" y="2170270"/>
                  <a:pt x="1171540" y="2190497"/>
                  <a:pt x="1422508" y="2151202"/>
                </a:cubicBezTo>
                <a:cubicBezTo>
                  <a:pt x="1597983" y="2123735"/>
                  <a:pt x="1763564" y="2063493"/>
                  <a:pt x="1925498" y="1992364"/>
                </a:cubicBezTo>
                <a:cubicBezTo>
                  <a:pt x="2011329" y="1954671"/>
                  <a:pt x="2095446" y="1913414"/>
                  <a:pt x="2179376" y="1871763"/>
                </a:cubicBezTo>
                <a:lnTo>
                  <a:pt x="2247816" y="1838468"/>
                </a:lnTo>
                <a:lnTo>
                  <a:pt x="2599751" y="1838468"/>
                </a:lnTo>
                <a:lnTo>
                  <a:pt x="2604347" y="1842534"/>
                </a:lnTo>
                <a:cubicBezTo>
                  <a:pt x="2894556" y="2075542"/>
                  <a:pt x="3225167" y="2182098"/>
                  <a:pt x="3595679" y="2146726"/>
                </a:cubicBezTo>
                <a:cubicBezTo>
                  <a:pt x="3678428" y="2138823"/>
                  <a:pt x="3758048" y="2123991"/>
                  <a:pt x="3834555" y="2102462"/>
                </a:cubicBezTo>
                <a:lnTo>
                  <a:pt x="3869511" y="2090869"/>
                </a:lnTo>
                <a:lnTo>
                  <a:pt x="3869511" y="5507422"/>
                </a:lnTo>
                <a:cubicBezTo>
                  <a:pt x="3869511" y="5618187"/>
                  <a:pt x="3779719" y="5707979"/>
                  <a:pt x="3668954" y="5707979"/>
                </a:cubicBezTo>
                <a:lnTo>
                  <a:pt x="200557" y="5707979"/>
                </a:lnTo>
                <a:cubicBezTo>
                  <a:pt x="89792" y="5707979"/>
                  <a:pt x="0" y="5618187"/>
                  <a:pt x="0" y="5507422"/>
                </a:cubicBezTo>
                <a:lnTo>
                  <a:pt x="0" y="2039025"/>
                </a:lnTo>
                <a:cubicBezTo>
                  <a:pt x="0" y="1928260"/>
                  <a:pt x="89792" y="1838468"/>
                  <a:pt x="200557" y="1838468"/>
                </a:cubicBezTo>
                <a:close/>
                <a:moveTo>
                  <a:pt x="645514" y="1835405"/>
                </a:moveTo>
                <a:lnTo>
                  <a:pt x="648487" y="1838468"/>
                </a:lnTo>
                <a:lnTo>
                  <a:pt x="644072" y="1838468"/>
                </a:lnTo>
                <a:close/>
                <a:moveTo>
                  <a:pt x="3027466" y="1287091"/>
                </a:moveTo>
                <a:cubicBezTo>
                  <a:pt x="3137388" y="1283165"/>
                  <a:pt x="3245740" y="1300637"/>
                  <a:pt x="3353221" y="1330481"/>
                </a:cubicBezTo>
                <a:cubicBezTo>
                  <a:pt x="3522836" y="1377624"/>
                  <a:pt x="3682394" y="1450964"/>
                  <a:pt x="3844770" y="1517120"/>
                </a:cubicBezTo>
                <a:cubicBezTo>
                  <a:pt x="3990399" y="1576421"/>
                  <a:pt x="4137521" y="1631191"/>
                  <a:pt x="4294094" y="1654847"/>
                </a:cubicBezTo>
                <a:cubicBezTo>
                  <a:pt x="4361298" y="1665014"/>
                  <a:pt x="4428946" y="1667115"/>
                  <a:pt x="4503392" y="1663137"/>
                </a:cubicBezTo>
                <a:cubicBezTo>
                  <a:pt x="4479515" y="1689775"/>
                  <a:pt x="4460338" y="1712822"/>
                  <a:pt x="4439503" y="1734209"/>
                </a:cubicBezTo>
                <a:cubicBezTo>
                  <a:pt x="4294564" y="1883225"/>
                  <a:pt x="4130476" y="1994762"/>
                  <a:pt x="3946982" y="2065177"/>
                </a:cubicBezTo>
                <a:lnTo>
                  <a:pt x="3869511" y="2090869"/>
                </a:lnTo>
                <a:lnTo>
                  <a:pt x="3869511" y="2039025"/>
                </a:lnTo>
                <a:cubicBezTo>
                  <a:pt x="3869511" y="1928260"/>
                  <a:pt x="3779719" y="1838468"/>
                  <a:pt x="3668954" y="1838468"/>
                </a:cubicBezTo>
                <a:lnTo>
                  <a:pt x="2599751" y="1838468"/>
                </a:lnTo>
                <a:lnTo>
                  <a:pt x="2593749" y="1833159"/>
                </a:lnTo>
                <a:cubicBezTo>
                  <a:pt x="2586089" y="1824838"/>
                  <a:pt x="2588058" y="1819004"/>
                  <a:pt x="2607001" y="1809595"/>
                </a:cubicBezTo>
                <a:cubicBezTo>
                  <a:pt x="2819393" y="1704475"/>
                  <a:pt x="3043557" y="1659599"/>
                  <a:pt x="3279882" y="1672256"/>
                </a:cubicBezTo>
                <a:cubicBezTo>
                  <a:pt x="3425290" y="1680047"/>
                  <a:pt x="3565061" y="1712544"/>
                  <a:pt x="3700632" y="1764662"/>
                </a:cubicBezTo>
                <a:cubicBezTo>
                  <a:pt x="3704610" y="1766209"/>
                  <a:pt x="3708535" y="1767756"/>
                  <a:pt x="3712515" y="1769305"/>
                </a:cubicBezTo>
                <a:cubicBezTo>
                  <a:pt x="3715609" y="1772676"/>
                  <a:pt x="3718871" y="1775383"/>
                  <a:pt x="3723513" y="1771681"/>
                </a:cubicBezTo>
                <a:cubicBezTo>
                  <a:pt x="3721413" y="1769305"/>
                  <a:pt x="3719258" y="1766872"/>
                  <a:pt x="3717157" y="1764496"/>
                </a:cubicBezTo>
                <a:cubicBezTo>
                  <a:pt x="3713786" y="1762562"/>
                  <a:pt x="3710303" y="1760628"/>
                  <a:pt x="3706822" y="1758748"/>
                </a:cubicBezTo>
                <a:cubicBezTo>
                  <a:pt x="3544722" y="1666231"/>
                  <a:pt x="3370133" y="1614390"/>
                  <a:pt x="3184710" y="1596318"/>
                </a:cubicBezTo>
                <a:cubicBezTo>
                  <a:pt x="2918100" y="1570341"/>
                  <a:pt x="2671055" y="1638486"/>
                  <a:pt x="2432135" y="1748800"/>
                </a:cubicBezTo>
                <a:lnTo>
                  <a:pt x="2247816" y="1838468"/>
                </a:lnTo>
                <a:lnTo>
                  <a:pt x="1963024" y="1838468"/>
                </a:lnTo>
                <a:lnTo>
                  <a:pt x="1976164" y="1831962"/>
                </a:lnTo>
                <a:cubicBezTo>
                  <a:pt x="2045238" y="1792320"/>
                  <a:pt x="2112481" y="1748261"/>
                  <a:pt x="2177959" y="1700110"/>
                </a:cubicBezTo>
                <a:cubicBezTo>
                  <a:pt x="2301593" y="1609139"/>
                  <a:pt x="2424175" y="1516455"/>
                  <a:pt x="2556983" y="1438749"/>
                </a:cubicBezTo>
                <a:cubicBezTo>
                  <a:pt x="2669562" y="1372926"/>
                  <a:pt x="2787504" y="1320810"/>
                  <a:pt x="2916995" y="1298482"/>
                </a:cubicBezTo>
                <a:cubicBezTo>
                  <a:pt x="2954011" y="1292085"/>
                  <a:pt x="2990826" y="1288399"/>
                  <a:pt x="3027466" y="1287091"/>
                </a:cubicBezTo>
                <a:close/>
                <a:moveTo>
                  <a:pt x="2048578" y="1083989"/>
                </a:moveTo>
                <a:cubicBezTo>
                  <a:pt x="2102850" y="1084652"/>
                  <a:pt x="2157123" y="1084652"/>
                  <a:pt x="2211396" y="1083989"/>
                </a:cubicBezTo>
                <a:cubicBezTo>
                  <a:pt x="2225821" y="1083823"/>
                  <a:pt x="2230739" y="1088520"/>
                  <a:pt x="2230297" y="1102945"/>
                </a:cubicBezTo>
                <a:cubicBezTo>
                  <a:pt x="2229357" y="1130469"/>
                  <a:pt x="2229965" y="1158102"/>
                  <a:pt x="2229965" y="1185681"/>
                </a:cubicBezTo>
                <a:cubicBezTo>
                  <a:pt x="2229965" y="1212375"/>
                  <a:pt x="2229412" y="1239070"/>
                  <a:pt x="2230186" y="1265708"/>
                </a:cubicBezTo>
                <a:cubicBezTo>
                  <a:pt x="2230628" y="1280078"/>
                  <a:pt x="2227865" y="1287373"/>
                  <a:pt x="2210843" y="1287042"/>
                </a:cubicBezTo>
                <a:cubicBezTo>
                  <a:pt x="2156570" y="1286047"/>
                  <a:pt x="2102298" y="1286213"/>
                  <a:pt x="2048080" y="1286987"/>
                </a:cubicBezTo>
                <a:cubicBezTo>
                  <a:pt x="2033434" y="1287208"/>
                  <a:pt x="2029179" y="1282233"/>
                  <a:pt x="2029345" y="1268029"/>
                </a:cubicBezTo>
                <a:cubicBezTo>
                  <a:pt x="2030008" y="1212817"/>
                  <a:pt x="2030063" y="1157660"/>
                  <a:pt x="2029345" y="1102448"/>
                </a:cubicBezTo>
                <a:cubicBezTo>
                  <a:pt x="2029124" y="1087581"/>
                  <a:pt x="2034596" y="1083823"/>
                  <a:pt x="2048578" y="1083989"/>
                </a:cubicBezTo>
                <a:close/>
                <a:moveTo>
                  <a:pt x="1925938" y="1083989"/>
                </a:moveTo>
                <a:cubicBezTo>
                  <a:pt x="1940584" y="1083823"/>
                  <a:pt x="1942187" y="1090953"/>
                  <a:pt x="1942021" y="1102670"/>
                </a:cubicBezTo>
                <a:cubicBezTo>
                  <a:pt x="1941579" y="1131132"/>
                  <a:pt x="1941855" y="1159595"/>
                  <a:pt x="1941855" y="1188057"/>
                </a:cubicBezTo>
                <a:cubicBezTo>
                  <a:pt x="1941855" y="1215636"/>
                  <a:pt x="1941524" y="1243159"/>
                  <a:pt x="1942021" y="1270738"/>
                </a:cubicBezTo>
                <a:cubicBezTo>
                  <a:pt x="1942242" y="1282343"/>
                  <a:pt x="1938429" y="1286986"/>
                  <a:pt x="1926270" y="1286876"/>
                </a:cubicBezTo>
                <a:cubicBezTo>
                  <a:pt x="1869345" y="1286434"/>
                  <a:pt x="1812363" y="1286489"/>
                  <a:pt x="1755438" y="1286820"/>
                </a:cubicBezTo>
                <a:cubicBezTo>
                  <a:pt x="1744661" y="1286876"/>
                  <a:pt x="1740847" y="1282841"/>
                  <a:pt x="1740847" y="1272395"/>
                </a:cubicBezTo>
                <a:cubicBezTo>
                  <a:pt x="1741068" y="1214531"/>
                  <a:pt x="1741068" y="1156665"/>
                  <a:pt x="1740847" y="1098801"/>
                </a:cubicBezTo>
                <a:cubicBezTo>
                  <a:pt x="1740792" y="1088575"/>
                  <a:pt x="1743998" y="1084044"/>
                  <a:pt x="1755108" y="1084099"/>
                </a:cubicBezTo>
                <a:cubicBezTo>
                  <a:pt x="1812033" y="1084486"/>
                  <a:pt x="1869013" y="1084652"/>
                  <a:pt x="1925938" y="1083989"/>
                </a:cubicBezTo>
                <a:close/>
                <a:moveTo>
                  <a:pt x="998442" y="992528"/>
                </a:moveTo>
                <a:cubicBezTo>
                  <a:pt x="1005655" y="990324"/>
                  <a:pt x="1013613" y="990449"/>
                  <a:pt x="1023534" y="992797"/>
                </a:cubicBezTo>
                <a:cubicBezTo>
                  <a:pt x="1103561" y="1011644"/>
                  <a:pt x="1169273" y="1051381"/>
                  <a:pt x="1219236" y="1117206"/>
                </a:cubicBezTo>
                <a:cubicBezTo>
                  <a:pt x="1229294" y="1130469"/>
                  <a:pt x="1230012" y="1138538"/>
                  <a:pt x="1217245" y="1151250"/>
                </a:cubicBezTo>
                <a:cubicBezTo>
                  <a:pt x="1001979" y="1365024"/>
                  <a:pt x="787321" y="1579407"/>
                  <a:pt x="572442" y="1793568"/>
                </a:cubicBezTo>
                <a:cubicBezTo>
                  <a:pt x="566086" y="1799924"/>
                  <a:pt x="560503" y="1806667"/>
                  <a:pt x="549561" y="1806612"/>
                </a:cubicBezTo>
                <a:cubicBezTo>
                  <a:pt x="427640" y="1806334"/>
                  <a:pt x="305665" y="1806446"/>
                  <a:pt x="175179" y="1806446"/>
                </a:cubicBezTo>
                <a:cubicBezTo>
                  <a:pt x="210550" y="1771627"/>
                  <a:pt x="240173" y="1742832"/>
                  <a:pt x="269410" y="1713652"/>
                </a:cubicBezTo>
                <a:cubicBezTo>
                  <a:pt x="505678" y="1477990"/>
                  <a:pt x="742001" y="1242385"/>
                  <a:pt x="977827" y="1006229"/>
                </a:cubicBezTo>
                <a:cubicBezTo>
                  <a:pt x="984763" y="999265"/>
                  <a:pt x="991230" y="994732"/>
                  <a:pt x="998442" y="992528"/>
                </a:cubicBezTo>
                <a:close/>
                <a:moveTo>
                  <a:pt x="927942" y="899080"/>
                </a:moveTo>
                <a:cubicBezTo>
                  <a:pt x="959786" y="897441"/>
                  <a:pt x="991934" y="898478"/>
                  <a:pt x="1024086" y="902381"/>
                </a:cubicBezTo>
                <a:cubicBezTo>
                  <a:pt x="1191104" y="922664"/>
                  <a:pt x="1319434" y="1002028"/>
                  <a:pt x="1375365" y="1170096"/>
                </a:cubicBezTo>
                <a:cubicBezTo>
                  <a:pt x="1419413" y="1302406"/>
                  <a:pt x="1378017" y="1431125"/>
                  <a:pt x="1273120" y="1499878"/>
                </a:cubicBezTo>
                <a:cubicBezTo>
                  <a:pt x="1230178" y="1528008"/>
                  <a:pt x="1182759" y="1542599"/>
                  <a:pt x="1124561" y="1546523"/>
                </a:cubicBezTo>
                <a:cubicBezTo>
                  <a:pt x="1133516" y="1541440"/>
                  <a:pt x="1136334" y="1539339"/>
                  <a:pt x="1139485" y="1538068"/>
                </a:cubicBezTo>
                <a:cubicBezTo>
                  <a:pt x="1289424" y="1477439"/>
                  <a:pt x="1352484" y="1333689"/>
                  <a:pt x="1292905" y="1181537"/>
                </a:cubicBezTo>
                <a:cubicBezTo>
                  <a:pt x="1238855" y="1043478"/>
                  <a:pt x="1133460" y="967209"/>
                  <a:pt x="988438" y="951955"/>
                </a:cubicBezTo>
                <a:cubicBezTo>
                  <a:pt x="734485" y="925206"/>
                  <a:pt x="523695" y="1095099"/>
                  <a:pt x="489098" y="1348943"/>
                </a:cubicBezTo>
                <a:cubicBezTo>
                  <a:pt x="487219" y="1362593"/>
                  <a:pt x="482963" y="1376576"/>
                  <a:pt x="484510" y="1389894"/>
                </a:cubicBezTo>
                <a:cubicBezTo>
                  <a:pt x="489871" y="1436374"/>
                  <a:pt x="471468" y="1470254"/>
                  <a:pt x="435709" y="1498607"/>
                </a:cubicBezTo>
                <a:cubicBezTo>
                  <a:pt x="414376" y="1515518"/>
                  <a:pt x="396690" y="1537239"/>
                  <a:pt x="372760" y="1561501"/>
                </a:cubicBezTo>
                <a:cubicBezTo>
                  <a:pt x="355903" y="1453950"/>
                  <a:pt x="367011" y="1356016"/>
                  <a:pt x="407467" y="1261785"/>
                </a:cubicBezTo>
                <a:cubicBezTo>
                  <a:pt x="497078" y="1053165"/>
                  <a:pt x="705038" y="910554"/>
                  <a:pt x="927942" y="899080"/>
                </a:cubicBezTo>
                <a:close/>
                <a:moveTo>
                  <a:pt x="2045759" y="809696"/>
                </a:moveTo>
                <a:cubicBezTo>
                  <a:pt x="2135458" y="814614"/>
                  <a:pt x="2218691" y="893536"/>
                  <a:pt x="2228749" y="983182"/>
                </a:cubicBezTo>
                <a:cubicBezTo>
                  <a:pt x="2230961" y="1002967"/>
                  <a:pt x="2228362" y="1012694"/>
                  <a:pt x="2204155" y="1011644"/>
                </a:cubicBezTo>
                <a:cubicBezTo>
                  <a:pt x="2154747" y="1009544"/>
                  <a:pt x="2105062" y="1009653"/>
                  <a:pt x="2055652" y="1011588"/>
                </a:cubicBezTo>
                <a:cubicBezTo>
                  <a:pt x="2032605" y="1012473"/>
                  <a:pt x="2027908" y="1004072"/>
                  <a:pt x="2029234" y="983624"/>
                </a:cubicBezTo>
                <a:cubicBezTo>
                  <a:pt x="2030782" y="958918"/>
                  <a:pt x="2029621" y="934103"/>
                  <a:pt x="2029621" y="909344"/>
                </a:cubicBezTo>
                <a:cubicBezTo>
                  <a:pt x="2029621" y="880936"/>
                  <a:pt x="2030008" y="852473"/>
                  <a:pt x="2029455" y="824066"/>
                </a:cubicBezTo>
                <a:cubicBezTo>
                  <a:pt x="2029179" y="811630"/>
                  <a:pt x="2033876" y="809033"/>
                  <a:pt x="2045759" y="809696"/>
                </a:cubicBezTo>
                <a:close/>
                <a:moveTo>
                  <a:pt x="1927928" y="809255"/>
                </a:moveTo>
                <a:cubicBezTo>
                  <a:pt x="1942519" y="809143"/>
                  <a:pt x="1941911" y="816549"/>
                  <a:pt x="1941911" y="826165"/>
                </a:cubicBezTo>
                <a:cubicBezTo>
                  <a:pt x="1941800" y="854684"/>
                  <a:pt x="1941855" y="883092"/>
                  <a:pt x="1941855" y="911555"/>
                </a:cubicBezTo>
                <a:cubicBezTo>
                  <a:pt x="1941855" y="939077"/>
                  <a:pt x="1941303" y="966601"/>
                  <a:pt x="1942077" y="994125"/>
                </a:cubicBezTo>
                <a:cubicBezTo>
                  <a:pt x="1942463" y="1007443"/>
                  <a:pt x="1937544" y="1011368"/>
                  <a:pt x="1924612" y="1011201"/>
                </a:cubicBezTo>
                <a:cubicBezTo>
                  <a:pt x="1869566" y="1010650"/>
                  <a:pt x="1814520" y="1010484"/>
                  <a:pt x="1759473" y="1011256"/>
                </a:cubicBezTo>
                <a:cubicBezTo>
                  <a:pt x="1744109" y="1011477"/>
                  <a:pt x="1741622" y="1005675"/>
                  <a:pt x="1742009" y="991858"/>
                </a:cubicBezTo>
                <a:cubicBezTo>
                  <a:pt x="1744606" y="901495"/>
                  <a:pt x="1837787" y="810084"/>
                  <a:pt x="1927928" y="809255"/>
                </a:cubicBezTo>
                <a:close/>
                <a:moveTo>
                  <a:pt x="1988979" y="447570"/>
                </a:moveTo>
                <a:cubicBezTo>
                  <a:pt x="1992910" y="446921"/>
                  <a:pt x="1997123" y="448827"/>
                  <a:pt x="2002816" y="454548"/>
                </a:cubicBezTo>
                <a:cubicBezTo>
                  <a:pt x="2174753" y="627313"/>
                  <a:pt x="2347243" y="799526"/>
                  <a:pt x="2519511" y="971961"/>
                </a:cubicBezTo>
                <a:cubicBezTo>
                  <a:pt x="2521114" y="973563"/>
                  <a:pt x="2521556" y="976272"/>
                  <a:pt x="2522773" y="979035"/>
                </a:cubicBezTo>
                <a:cubicBezTo>
                  <a:pt x="2512934" y="980418"/>
                  <a:pt x="2509232" y="972957"/>
                  <a:pt x="2504036" y="968645"/>
                </a:cubicBezTo>
                <a:cubicBezTo>
                  <a:pt x="2338289" y="831417"/>
                  <a:pt x="2172487" y="694298"/>
                  <a:pt x="2007404" y="556294"/>
                </a:cubicBezTo>
                <a:cubicBezTo>
                  <a:pt x="1990105" y="541815"/>
                  <a:pt x="1980322" y="540876"/>
                  <a:pt x="1962084" y="556130"/>
                </a:cubicBezTo>
                <a:cubicBezTo>
                  <a:pt x="1812641" y="681254"/>
                  <a:pt x="1662038" y="804943"/>
                  <a:pt x="1511766" y="929129"/>
                </a:cubicBezTo>
                <a:cubicBezTo>
                  <a:pt x="1507399" y="928853"/>
                  <a:pt x="1503143" y="928300"/>
                  <a:pt x="1500601" y="923934"/>
                </a:cubicBezTo>
                <a:cubicBezTo>
                  <a:pt x="1659384" y="767970"/>
                  <a:pt x="1818222" y="612059"/>
                  <a:pt x="1976841" y="455930"/>
                </a:cubicBezTo>
                <a:cubicBezTo>
                  <a:pt x="1981401" y="451425"/>
                  <a:pt x="1985048" y="448220"/>
                  <a:pt x="1988979" y="447570"/>
                </a:cubicBezTo>
                <a:close/>
                <a:moveTo>
                  <a:pt x="1990008" y="16"/>
                </a:moveTo>
                <a:cubicBezTo>
                  <a:pt x="1995065" y="-260"/>
                  <a:pt x="2000246" y="2876"/>
                  <a:pt x="2007292" y="9923"/>
                </a:cubicBezTo>
                <a:cubicBezTo>
                  <a:pt x="2425114" y="428573"/>
                  <a:pt x="2843488" y="846726"/>
                  <a:pt x="3261698" y="1265045"/>
                </a:cubicBezTo>
                <a:cubicBezTo>
                  <a:pt x="3262746" y="1266095"/>
                  <a:pt x="3263078" y="1267920"/>
                  <a:pt x="3264958" y="1272064"/>
                </a:cubicBezTo>
                <a:cubicBezTo>
                  <a:pt x="3212177" y="1263664"/>
                  <a:pt x="3160945" y="1255540"/>
                  <a:pt x="3109048" y="1252500"/>
                </a:cubicBezTo>
                <a:cubicBezTo>
                  <a:pt x="3041622" y="1248520"/>
                  <a:pt x="2974859" y="1252112"/>
                  <a:pt x="2908648" y="1264769"/>
                </a:cubicBezTo>
                <a:cubicBezTo>
                  <a:pt x="2889747" y="1268362"/>
                  <a:pt x="2877035" y="1264824"/>
                  <a:pt x="2862888" y="1250620"/>
                </a:cubicBezTo>
                <a:cubicBezTo>
                  <a:pt x="2579807" y="966380"/>
                  <a:pt x="2295954" y="683024"/>
                  <a:pt x="2012874" y="398839"/>
                </a:cubicBezTo>
                <a:cubicBezTo>
                  <a:pt x="1995576" y="381486"/>
                  <a:pt x="1986678" y="380215"/>
                  <a:pt x="1968606" y="398397"/>
                </a:cubicBezTo>
                <a:cubicBezTo>
                  <a:pt x="1765719" y="602721"/>
                  <a:pt x="1561727" y="805939"/>
                  <a:pt x="1358564" y="1009931"/>
                </a:cubicBezTo>
                <a:cubicBezTo>
                  <a:pt x="1344912" y="1023638"/>
                  <a:pt x="1338501" y="1027009"/>
                  <a:pt x="1323468" y="1010097"/>
                </a:cubicBezTo>
                <a:cubicBezTo>
                  <a:pt x="1265770" y="945103"/>
                  <a:pt x="1191655" y="905917"/>
                  <a:pt x="1102841" y="880496"/>
                </a:cubicBezTo>
                <a:cubicBezTo>
                  <a:pt x="1151477" y="832302"/>
                  <a:pt x="1196023" y="787370"/>
                  <a:pt x="1241564" y="743487"/>
                </a:cubicBezTo>
                <a:cubicBezTo>
                  <a:pt x="1253168" y="732322"/>
                  <a:pt x="1257535" y="720993"/>
                  <a:pt x="1257424" y="705076"/>
                </a:cubicBezTo>
                <a:cubicBezTo>
                  <a:pt x="1256816" y="579066"/>
                  <a:pt x="1256761" y="453002"/>
                  <a:pt x="1257424" y="326992"/>
                </a:cubicBezTo>
                <a:cubicBezTo>
                  <a:pt x="1257535" y="307758"/>
                  <a:pt x="1255435" y="300630"/>
                  <a:pt x="1233549" y="308312"/>
                </a:cubicBezTo>
                <a:cubicBezTo>
                  <a:pt x="1194033" y="322183"/>
                  <a:pt x="1153301" y="332740"/>
                  <a:pt x="1111186" y="341139"/>
                </a:cubicBezTo>
                <a:cubicBezTo>
                  <a:pt x="1161978" y="294937"/>
                  <a:pt x="1212990" y="248844"/>
                  <a:pt x="1263449" y="202253"/>
                </a:cubicBezTo>
                <a:cubicBezTo>
                  <a:pt x="1271297" y="195013"/>
                  <a:pt x="1276603" y="196008"/>
                  <a:pt x="1284726" y="201258"/>
                </a:cubicBezTo>
                <a:cubicBezTo>
                  <a:pt x="1350274" y="243760"/>
                  <a:pt x="1415931" y="286094"/>
                  <a:pt x="1481921" y="327931"/>
                </a:cubicBezTo>
                <a:cubicBezTo>
                  <a:pt x="1492863" y="334895"/>
                  <a:pt x="1495461" y="343351"/>
                  <a:pt x="1495295" y="355343"/>
                </a:cubicBezTo>
                <a:cubicBezTo>
                  <a:pt x="1494742" y="397513"/>
                  <a:pt x="1495074" y="439737"/>
                  <a:pt x="1495074" y="482183"/>
                </a:cubicBezTo>
                <a:cubicBezTo>
                  <a:pt x="1506681" y="484117"/>
                  <a:pt x="1509830" y="474501"/>
                  <a:pt x="1515026" y="469305"/>
                </a:cubicBezTo>
                <a:cubicBezTo>
                  <a:pt x="1668116" y="316657"/>
                  <a:pt x="1821097" y="163897"/>
                  <a:pt x="1973469" y="10586"/>
                </a:cubicBezTo>
                <a:cubicBezTo>
                  <a:pt x="1980018" y="3981"/>
                  <a:pt x="1984951" y="292"/>
                  <a:pt x="1990008" y="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그림 개체 틀 30">
            <a:extLst>
              <a:ext uri="{FF2B5EF4-FFF2-40B4-BE49-F238E27FC236}">
                <a16:creationId xmlns:a16="http://schemas.microsoft.com/office/drawing/2014/main" id="{EE227CEA-3E11-4955-A830-9B79F2339C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22758" y="2652452"/>
            <a:ext cx="3362248" cy="3362248"/>
          </a:xfrm>
          <a:custGeom>
            <a:avLst/>
            <a:gdLst>
              <a:gd name="connsiteX0" fmla="*/ 181023 w 3362248"/>
              <a:gd name="connsiteY0" fmla="*/ 0 h 3362248"/>
              <a:gd name="connsiteX1" fmla="*/ 482010 w 3362248"/>
              <a:gd name="connsiteY1" fmla="*/ 0 h 3362248"/>
              <a:gd name="connsiteX2" fmla="*/ 519999 w 3362248"/>
              <a:gd name="connsiteY2" fmla="*/ 19870 h 3362248"/>
              <a:gd name="connsiteX3" fmla="*/ 1152548 w 3362248"/>
              <a:gd name="connsiteY3" fmla="*/ 88499 h 3362248"/>
              <a:gd name="connsiteX4" fmla="*/ 1409121 w 3362248"/>
              <a:gd name="connsiteY4" fmla="*/ 25453 h 3362248"/>
              <a:gd name="connsiteX5" fmla="*/ 1474597 w 3362248"/>
              <a:gd name="connsiteY5" fmla="*/ 0 h 3362248"/>
              <a:gd name="connsiteX6" fmla="*/ 2711146 w 3362248"/>
              <a:gd name="connsiteY6" fmla="*/ 0 h 3362248"/>
              <a:gd name="connsiteX7" fmla="*/ 2799940 w 3362248"/>
              <a:gd name="connsiteY7" fmla="*/ 32570 h 3362248"/>
              <a:gd name="connsiteX8" fmla="*/ 3325719 w 3362248"/>
              <a:gd name="connsiteY8" fmla="*/ 84023 h 3362248"/>
              <a:gd name="connsiteX9" fmla="*/ 3329750 w 3362248"/>
              <a:gd name="connsiteY9" fmla="*/ 83460 h 3362248"/>
              <a:gd name="connsiteX10" fmla="*/ 3348023 w 3362248"/>
              <a:gd name="connsiteY10" fmla="*/ 110561 h 3362248"/>
              <a:gd name="connsiteX11" fmla="*/ 3362248 w 3362248"/>
              <a:gd name="connsiteY11" fmla="*/ 181023 h 3362248"/>
              <a:gd name="connsiteX12" fmla="*/ 3362248 w 3362248"/>
              <a:gd name="connsiteY12" fmla="*/ 3181225 h 3362248"/>
              <a:gd name="connsiteX13" fmla="*/ 3181225 w 3362248"/>
              <a:gd name="connsiteY13" fmla="*/ 3362248 h 3362248"/>
              <a:gd name="connsiteX14" fmla="*/ 181023 w 3362248"/>
              <a:gd name="connsiteY14" fmla="*/ 3362248 h 3362248"/>
              <a:gd name="connsiteX15" fmla="*/ 0 w 3362248"/>
              <a:gd name="connsiteY15" fmla="*/ 3181225 h 3362248"/>
              <a:gd name="connsiteX16" fmla="*/ 0 w 3362248"/>
              <a:gd name="connsiteY16" fmla="*/ 181023 h 3362248"/>
              <a:gd name="connsiteX17" fmla="*/ 181023 w 3362248"/>
              <a:gd name="connsiteY17" fmla="*/ 0 h 3362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62248" h="3362248">
                <a:moveTo>
                  <a:pt x="181023" y="0"/>
                </a:moveTo>
                <a:lnTo>
                  <a:pt x="482010" y="0"/>
                </a:lnTo>
                <a:lnTo>
                  <a:pt x="519999" y="19870"/>
                </a:lnTo>
                <a:cubicBezTo>
                  <a:pt x="719954" y="111694"/>
                  <a:pt x="932951" y="122882"/>
                  <a:pt x="1152548" y="88499"/>
                </a:cubicBezTo>
                <a:cubicBezTo>
                  <a:pt x="1240286" y="74766"/>
                  <a:pt x="1325550" y="52838"/>
                  <a:pt x="1409121" y="25453"/>
                </a:cubicBezTo>
                <a:lnTo>
                  <a:pt x="1474597" y="0"/>
                </a:lnTo>
                <a:lnTo>
                  <a:pt x="2711146" y="0"/>
                </a:lnTo>
                <a:lnTo>
                  <a:pt x="2799940" y="32570"/>
                </a:lnTo>
                <a:cubicBezTo>
                  <a:pt x="2965182" y="83913"/>
                  <a:pt x="3140463" y="101709"/>
                  <a:pt x="3325719" y="84023"/>
                </a:cubicBezTo>
                <a:lnTo>
                  <a:pt x="3329750" y="83460"/>
                </a:lnTo>
                <a:lnTo>
                  <a:pt x="3348023" y="110561"/>
                </a:lnTo>
                <a:cubicBezTo>
                  <a:pt x="3357183" y="132218"/>
                  <a:pt x="3362248" y="156029"/>
                  <a:pt x="3362248" y="181023"/>
                </a:cubicBezTo>
                <a:lnTo>
                  <a:pt x="3362248" y="3181225"/>
                </a:lnTo>
                <a:cubicBezTo>
                  <a:pt x="3362248" y="3281201"/>
                  <a:pt x="3281201" y="3362248"/>
                  <a:pt x="3181225" y="3362248"/>
                </a:cubicBezTo>
                <a:lnTo>
                  <a:pt x="181023" y="3362248"/>
                </a:lnTo>
                <a:cubicBezTo>
                  <a:pt x="81047" y="3362248"/>
                  <a:pt x="0" y="3281201"/>
                  <a:pt x="0" y="3181225"/>
                </a:cubicBezTo>
                <a:lnTo>
                  <a:pt x="0" y="181023"/>
                </a:lnTo>
                <a:cubicBezTo>
                  <a:pt x="0" y="81047"/>
                  <a:pt x="81047" y="0"/>
                  <a:pt x="18102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65444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945EB0-79B2-4A50-B11C-F458BEA7E1B0}"/>
              </a:ext>
            </a:extLst>
          </p:cNvPr>
          <p:cNvSpPr/>
          <p:nvPr userDrawn="1"/>
        </p:nvSpPr>
        <p:spPr>
          <a:xfrm>
            <a:off x="0" y="2303253"/>
            <a:ext cx="12192000" cy="2251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cs typeface="Arial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23C579-D02B-4789-8BBC-1F4A6DE6F301}"/>
              </a:ext>
            </a:extLst>
          </p:cNvPr>
          <p:cNvSpPr/>
          <p:nvPr userDrawn="1"/>
        </p:nvSpPr>
        <p:spPr>
          <a:xfrm>
            <a:off x="0" y="4592128"/>
            <a:ext cx="12192000" cy="1035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154BFD-7FE1-47ED-9BE5-5B7044AF9D07}"/>
              </a:ext>
            </a:extLst>
          </p:cNvPr>
          <p:cNvSpPr/>
          <p:nvPr userDrawn="1"/>
        </p:nvSpPr>
        <p:spPr>
          <a:xfrm>
            <a:off x="0" y="2162355"/>
            <a:ext cx="12192000" cy="1035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9BDA914-B7BB-4BD6-88D9-FAED1001EB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61516" y="573702"/>
            <a:ext cx="4468483" cy="57105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235931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13276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B99BF-EDE7-407E-B91C-B5A0A9CC3300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AE3975-5DED-400C-A136-B5CC796307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240929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417070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36E1CDD-48CD-493E-97E2-7F36603E8CAB}"/>
              </a:ext>
            </a:extLst>
          </p:cNvPr>
          <p:cNvSpPr/>
          <p:nvPr userDrawn="1"/>
        </p:nvSpPr>
        <p:spPr>
          <a:xfrm>
            <a:off x="4019341" y="1301929"/>
            <a:ext cx="7867858" cy="5029200"/>
          </a:xfrm>
          <a:prstGeom prst="frame">
            <a:avLst>
              <a:gd name="adj1" fmla="val 9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93CFE7-975D-4241-992F-7B60279654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6370" y="709751"/>
            <a:ext cx="4296728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DCC899EA-7F44-4EC5-B64D-D51B9814A5E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16183" y="2023797"/>
            <a:ext cx="4200933" cy="2624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180044741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319904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8C1EAB7-284F-4D14-845C-398815F734B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651105"/>
            <a:ext cx="3887755" cy="4425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6788D-3E21-46F3-94F1-0160A3284A6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304245" y="1651105"/>
            <a:ext cx="3887755" cy="4425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C33AF54-8AD5-452B-8522-D88ED84096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81200990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17852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A33CEA-F1B2-4A81-90E9-CA38F6B20EDB}"/>
              </a:ext>
            </a:extLst>
          </p:cNvPr>
          <p:cNvGrpSpPr/>
          <p:nvPr userDrawn="1"/>
        </p:nvGrpSpPr>
        <p:grpSpPr>
          <a:xfrm>
            <a:off x="638218" y="1536176"/>
            <a:ext cx="4966387" cy="2898882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EE92628-61E1-45B6-B328-EED1BFEFE006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9F07860-E2E5-447E-81C8-BA20AE396D64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121472E-4729-4E62-A064-64286DFC33AC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AB49131-3A00-43B0-B640-CD472BF8F962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7943EEE-947C-45C7-A59D-43478ADD9820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233019-906A-4B33-85C2-812C42A16FE8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08BFEAD-6816-43DA-8762-CC1E1BC8BE3C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1F5DCDD-E9ED-4A2D-B231-5B14FF61A20A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1CE2EB-7B77-422A-BC36-6FA517D83F32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C8A94F0-22BD-4390-B2DE-6709ACCDFEA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282BAB9-1BFB-4514-B6EB-F0C215CB8BB4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B1073BC-07F1-464E-8869-5AF42A2F9419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21164-7929-41A8-9A2B-62BC611DD40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1305468" y="1701056"/>
            <a:ext cx="3590864" cy="232916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B160CA8-2EAF-49CD-82FC-F40101527F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372107548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85074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82A6C0A-D17D-4D94-BADB-2FFC7A7B7B7F}"/>
              </a:ext>
            </a:extLst>
          </p:cNvPr>
          <p:cNvSpPr/>
          <p:nvPr userDrawn="1"/>
        </p:nvSpPr>
        <p:spPr>
          <a:xfrm>
            <a:off x="4439816" y="0"/>
            <a:ext cx="3312368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887A78-13D6-4543-A9A1-F01ABC964EB9}"/>
              </a:ext>
            </a:extLst>
          </p:cNvPr>
          <p:cNvGrpSpPr/>
          <p:nvPr userDrawn="1"/>
        </p:nvGrpSpPr>
        <p:grpSpPr>
          <a:xfrm>
            <a:off x="4789978" y="1099366"/>
            <a:ext cx="2580306" cy="4655566"/>
            <a:chOff x="4789978" y="1099366"/>
            <a:chExt cx="2580306" cy="4655566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F3FFA46A-1FEC-45F2-B180-EFA4C8398587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187CD54E-E3DF-4C2E-8B67-E474147CB925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EB637C88-C87A-4C2F-9584-7AE9042E876D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E40D5BFD-F3AF-4A76-A8C9-A24AE8B5C781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9160261E-3D08-4181-8E98-777BCA5EBD21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026CE6E2-C43D-4356-9C85-04B9FCA1951E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408ECE83-5AB3-4153-B6EE-369BD2A5D7DB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779BAFE1-DB45-4AEA-BF17-A3627A0E3D8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CE095102-93F8-4BD3-B0FA-04F08D59787A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60EC7D87-207A-4564-8305-C1BB903B8EFD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A9AD7111-B113-4961-85FE-530BC52C7EE9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01DF47A1-AD89-4A84-BD9F-1CFC35650C87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" name="Group 1">
              <a:extLst>
                <a:ext uri="{FF2B5EF4-FFF2-40B4-BE49-F238E27FC236}">
                  <a16:creationId xmlns:a16="http://schemas.microsoft.com/office/drawing/2014/main" id="{B03B603C-8269-4C3A-9FAF-750157544ABF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18" name="Oval 26">
                <a:extLst>
                  <a:ext uri="{FF2B5EF4-FFF2-40B4-BE49-F238E27FC236}">
                    <a16:creationId xmlns:a16="http://schemas.microsoft.com/office/drawing/2014/main" id="{66B25888-C24F-41D8-B2EC-AF1D74BDE3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27">
                <a:extLst>
                  <a:ext uri="{FF2B5EF4-FFF2-40B4-BE49-F238E27FC236}">
                    <a16:creationId xmlns:a16="http://schemas.microsoft.com/office/drawing/2014/main" id="{DA8CA806-B072-44B8-AC80-F6D5ED231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28">
                <a:extLst>
                  <a:ext uri="{FF2B5EF4-FFF2-40B4-BE49-F238E27FC236}">
                    <a16:creationId xmlns:a16="http://schemas.microsoft.com/office/drawing/2014/main" id="{9D42A657-70D6-4472-B692-B3613A45ADBA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9">
                <a:extLst>
                  <a:ext uri="{FF2B5EF4-FFF2-40B4-BE49-F238E27FC236}">
                    <a16:creationId xmlns:a16="http://schemas.microsoft.com/office/drawing/2014/main" id="{209D06E8-CF33-4A84-B98F-C12B41FE7292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Graphic 2">
              <a:extLst>
                <a:ext uri="{FF2B5EF4-FFF2-40B4-BE49-F238E27FC236}">
                  <a16:creationId xmlns:a16="http://schemas.microsoft.com/office/drawing/2014/main" id="{8A9723AA-2088-4FA7-A90A-F463B67DAB6B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79599633-8896-40D8-AA98-7A55B13EC2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875320" y="1215350"/>
            <a:ext cx="2384085" cy="4448059"/>
          </a:xfrm>
          <a:custGeom>
            <a:avLst/>
            <a:gdLst>
              <a:gd name="connsiteX0" fmla="*/ 256439 w 2384085"/>
              <a:gd name="connsiteY0" fmla="*/ 0 h 4448059"/>
              <a:gd name="connsiteX1" fmla="*/ 483496 w 2384085"/>
              <a:gd name="connsiteY1" fmla="*/ 0 h 4448059"/>
              <a:gd name="connsiteX2" fmla="*/ 505506 w 2384085"/>
              <a:gd name="connsiteY2" fmla="*/ 18839 h 4448059"/>
              <a:gd name="connsiteX3" fmla="*/ 675825 w 2384085"/>
              <a:gd name="connsiteY3" fmla="*/ 164616 h 4448059"/>
              <a:gd name="connsiteX4" fmla="*/ 1697576 w 2384085"/>
              <a:gd name="connsiteY4" fmla="*/ 164616 h 4448059"/>
              <a:gd name="connsiteX5" fmla="*/ 1867894 w 2384085"/>
              <a:gd name="connsiteY5" fmla="*/ 18839 h 4448059"/>
              <a:gd name="connsiteX6" fmla="*/ 1889905 w 2384085"/>
              <a:gd name="connsiteY6" fmla="*/ 0 h 4448059"/>
              <a:gd name="connsiteX7" fmla="*/ 2127646 w 2384085"/>
              <a:gd name="connsiteY7" fmla="*/ 0 h 4448059"/>
              <a:gd name="connsiteX8" fmla="*/ 2384085 w 2384085"/>
              <a:gd name="connsiteY8" fmla="*/ 219488 h 4448059"/>
              <a:gd name="connsiteX9" fmla="*/ 2384085 w 2384085"/>
              <a:gd name="connsiteY9" fmla="*/ 4228571 h 4448059"/>
              <a:gd name="connsiteX10" fmla="*/ 2127646 w 2384085"/>
              <a:gd name="connsiteY10" fmla="*/ 4448059 h 4448059"/>
              <a:gd name="connsiteX11" fmla="*/ 256439 w 2384085"/>
              <a:gd name="connsiteY11" fmla="*/ 4448059 h 4448059"/>
              <a:gd name="connsiteX12" fmla="*/ 0 w 2384085"/>
              <a:gd name="connsiteY12" fmla="*/ 4228571 h 4448059"/>
              <a:gd name="connsiteX13" fmla="*/ 0 w 2384085"/>
              <a:gd name="connsiteY13" fmla="*/ 219488 h 4448059"/>
              <a:gd name="connsiteX14" fmla="*/ 256439 w 2384085"/>
              <a:gd name="connsiteY14" fmla="*/ 0 h 44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4085" h="4448059">
                <a:moveTo>
                  <a:pt x="256439" y="0"/>
                </a:moveTo>
                <a:lnTo>
                  <a:pt x="483496" y="0"/>
                </a:lnTo>
                <a:cubicBezTo>
                  <a:pt x="495623" y="0"/>
                  <a:pt x="505506" y="8414"/>
                  <a:pt x="505506" y="18839"/>
                </a:cubicBezTo>
                <a:cubicBezTo>
                  <a:pt x="505506" y="99364"/>
                  <a:pt x="581797" y="164616"/>
                  <a:pt x="675825" y="164616"/>
                </a:cubicBezTo>
                <a:lnTo>
                  <a:pt x="1697576" y="164616"/>
                </a:lnTo>
                <a:cubicBezTo>
                  <a:pt x="1791657" y="164616"/>
                  <a:pt x="1867894" y="99318"/>
                  <a:pt x="1867894" y="18839"/>
                </a:cubicBezTo>
                <a:cubicBezTo>
                  <a:pt x="1867894" y="8460"/>
                  <a:pt x="1877724" y="0"/>
                  <a:pt x="1889905" y="0"/>
                </a:cubicBezTo>
                <a:lnTo>
                  <a:pt x="2127646" y="0"/>
                </a:lnTo>
                <a:cubicBezTo>
                  <a:pt x="2269275" y="0"/>
                  <a:pt x="2384085" y="98267"/>
                  <a:pt x="2384085" y="219488"/>
                </a:cubicBezTo>
                <a:lnTo>
                  <a:pt x="2384085" y="4228571"/>
                </a:lnTo>
                <a:cubicBezTo>
                  <a:pt x="2384085" y="4349792"/>
                  <a:pt x="2269275" y="4448059"/>
                  <a:pt x="2127646" y="4448059"/>
                </a:cubicBezTo>
                <a:lnTo>
                  <a:pt x="256439" y="4448059"/>
                </a:lnTo>
                <a:cubicBezTo>
                  <a:pt x="114810" y="4448059"/>
                  <a:pt x="0" y="4349792"/>
                  <a:pt x="0" y="4228571"/>
                </a:cubicBezTo>
                <a:lnTo>
                  <a:pt x="0" y="219488"/>
                </a:lnTo>
                <a:cubicBezTo>
                  <a:pt x="0" y="98267"/>
                  <a:pt x="114810" y="0"/>
                  <a:pt x="2564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345787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308115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897231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200821291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133723338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15172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43472292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326213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212640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7C198975-F807-4F2E-A703-0C01359F0B23}"/>
              </a:ext>
            </a:extLst>
          </p:cNvPr>
          <p:cNvSpPr/>
          <p:nvPr userDrawn="1"/>
        </p:nvSpPr>
        <p:spPr>
          <a:xfrm>
            <a:off x="869126" y="560353"/>
            <a:ext cx="4503392" cy="5707979"/>
          </a:xfrm>
          <a:custGeom>
            <a:avLst/>
            <a:gdLst>
              <a:gd name="connsiteX0" fmla="*/ 648487 w 4503392"/>
              <a:gd name="connsiteY0" fmla="*/ 1838468 h 5707979"/>
              <a:gd name="connsiteX1" fmla="*/ 1963024 w 4503392"/>
              <a:gd name="connsiteY1" fmla="*/ 1838468 h 5707979"/>
              <a:gd name="connsiteX2" fmla="*/ 1763384 w 4503392"/>
              <a:gd name="connsiteY2" fmla="*/ 1937318 h 5707979"/>
              <a:gd name="connsiteX3" fmla="*/ 1303298 w 4503392"/>
              <a:gd name="connsiteY3" fmla="*/ 2060785 h 5707979"/>
              <a:gd name="connsiteX4" fmla="*/ 695667 w 4503392"/>
              <a:gd name="connsiteY4" fmla="*/ 1887082 h 5707979"/>
              <a:gd name="connsiteX5" fmla="*/ 200557 w 4503392"/>
              <a:gd name="connsiteY5" fmla="*/ 1838468 h 5707979"/>
              <a:gd name="connsiteX6" fmla="*/ 501443 w 4503392"/>
              <a:gd name="connsiteY6" fmla="*/ 1838468 h 5707979"/>
              <a:gd name="connsiteX7" fmla="*/ 503715 w 4503392"/>
              <a:gd name="connsiteY7" fmla="*/ 1843189 h 5707979"/>
              <a:gd name="connsiteX8" fmla="*/ 495067 w 4503392"/>
              <a:gd name="connsiteY8" fmla="*/ 1845628 h 5707979"/>
              <a:gd name="connsiteX9" fmla="*/ 705082 w 4503392"/>
              <a:gd name="connsiteY9" fmla="*/ 2038180 h 5707979"/>
              <a:gd name="connsiteX10" fmla="*/ 1422508 w 4503392"/>
              <a:gd name="connsiteY10" fmla="*/ 2151202 h 5707979"/>
              <a:gd name="connsiteX11" fmla="*/ 1925498 w 4503392"/>
              <a:gd name="connsiteY11" fmla="*/ 1992364 h 5707979"/>
              <a:gd name="connsiteX12" fmla="*/ 2179376 w 4503392"/>
              <a:gd name="connsiteY12" fmla="*/ 1871763 h 5707979"/>
              <a:gd name="connsiteX13" fmla="*/ 2247816 w 4503392"/>
              <a:gd name="connsiteY13" fmla="*/ 1838468 h 5707979"/>
              <a:gd name="connsiteX14" fmla="*/ 2599751 w 4503392"/>
              <a:gd name="connsiteY14" fmla="*/ 1838468 h 5707979"/>
              <a:gd name="connsiteX15" fmla="*/ 2604347 w 4503392"/>
              <a:gd name="connsiteY15" fmla="*/ 1842534 h 5707979"/>
              <a:gd name="connsiteX16" fmla="*/ 3595679 w 4503392"/>
              <a:gd name="connsiteY16" fmla="*/ 2146726 h 5707979"/>
              <a:gd name="connsiteX17" fmla="*/ 3834555 w 4503392"/>
              <a:gd name="connsiteY17" fmla="*/ 2102462 h 5707979"/>
              <a:gd name="connsiteX18" fmla="*/ 3869511 w 4503392"/>
              <a:gd name="connsiteY18" fmla="*/ 2090869 h 5707979"/>
              <a:gd name="connsiteX19" fmla="*/ 3869511 w 4503392"/>
              <a:gd name="connsiteY19" fmla="*/ 5507422 h 5707979"/>
              <a:gd name="connsiteX20" fmla="*/ 3668954 w 4503392"/>
              <a:gd name="connsiteY20" fmla="*/ 5707979 h 5707979"/>
              <a:gd name="connsiteX21" fmla="*/ 200557 w 4503392"/>
              <a:gd name="connsiteY21" fmla="*/ 5707979 h 5707979"/>
              <a:gd name="connsiteX22" fmla="*/ 0 w 4503392"/>
              <a:gd name="connsiteY22" fmla="*/ 5507422 h 5707979"/>
              <a:gd name="connsiteX23" fmla="*/ 0 w 4503392"/>
              <a:gd name="connsiteY23" fmla="*/ 2039025 h 5707979"/>
              <a:gd name="connsiteX24" fmla="*/ 200557 w 4503392"/>
              <a:gd name="connsiteY24" fmla="*/ 1838468 h 5707979"/>
              <a:gd name="connsiteX25" fmla="*/ 645514 w 4503392"/>
              <a:gd name="connsiteY25" fmla="*/ 1835405 h 5707979"/>
              <a:gd name="connsiteX26" fmla="*/ 648487 w 4503392"/>
              <a:gd name="connsiteY26" fmla="*/ 1838468 h 5707979"/>
              <a:gd name="connsiteX27" fmla="*/ 644072 w 4503392"/>
              <a:gd name="connsiteY27" fmla="*/ 1838468 h 5707979"/>
              <a:gd name="connsiteX28" fmla="*/ 3027466 w 4503392"/>
              <a:gd name="connsiteY28" fmla="*/ 1287091 h 5707979"/>
              <a:gd name="connsiteX29" fmla="*/ 3353221 w 4503392"/>
              <a:gd name="connsiteY29" fmla="*/ 1330481 h 5707979"/>
              <a:gd name="connsiteX30" fmla="*/ 3844770 w 4503392"/>
              <a:gd name="connsiteY30" fmla="*/ 1517120 h 5707979"/>
              <a:gd name="connsiteX31" fmla="*/ 4294094 w 4503392"/>
              <a:gd name="connsiteY31" fmla="*/ 1654847 h 5707979"/>
              <a:gd name="connsiteX32" fmla="*/ 4503392 w 4503392"/>
              <a:gd name="connsiteY32" fmla="*/ 1663137 h 5707979"/>
              <a:gd name="connsiteX33" fmla="*/ 4439503 w 4503392"/>
              <a:gd name="connsiteY33" fmla="*/ 1734209 h 5707979"/>
              <a:gd name="connsiteX34" fmla="*/ 3946982 w 4503392"/>
              <a:gd name="connsiteY34" fmla="*/ 2065177 h 5707979"/>
              <a:gd name="connsiteX35" fmla="*/ 3869511 w 4503392"/>
              <a:gd name="connsiteY35" fmla="*/ 2090869 h 5707979"/>
              <a:gd name="connsiteX36" fmla="*/ 3869511 w 4503392"/>
              <a:gd name="connsiteY36" fmla="*/ 2039025 h 5707979"/>
              <a:gd name="connsiteX37" fmla="*/ 3668954 w 4503392"/>
              <a:gd name="connsiteY37" fmla="*/ 1838468 h 5707979"/>
              <a:gd name="connsiteX38" fmla="*/ 2599751 w 4503392"/>
              <a:gd name="connsiteY38" fmla="*/ 1838468 h 5707979"/>
              <a:gd name="connsiteX39" fmla="*/ 2593749 w 4503392"/>
              <a:gd name="connsiteY39" fmla="*/ 1833159 h 5707979"/>
              <a:gd name="connsiteX40" fmla="*/ 2607001 w 4503392"/>
              <a:gd name="connsiteY40" fmla="*/ 1809595 h 5707979"/>
              <a:gd name="connsiteX41" fmla="*/ 3279882 w 4503392"/>
              <a:gd name="connsiteY41" fmla="*/ 1672256 h 5707979"/>
              <a:gd name="connsiteX42" fmla="*/ 3700632 w 4503392"/>
              <a:gd name="connsiteY42" fmla="*/ 1764662 h 5707979"/>
              <a:gd name="connsiteX43" fmla="*/ 3712515 w 4503392"/>
              <a:gd name="connsiteY43" fmla="*/ 1769305 h 5707979"/>
              <a:gd name="connsiteX44" fmla="*/ 3723513 w 4503392"/>
              <a:gd name="connsiteY44" fmla="*/ 1771681 h 5707979"/>
              <a:gd name="connsiteX45" fmla="*/ 3717157 w 4503392"/>
              <a:gd name="connsiteY45" fmla="*/ 1764496 h 5707979"/>
              <a:gd name="connsiteX46" fmla="*/ 3706822 w 4503392"/>
              <a:gd name="connsiteY46" fmla="*/ 1758748 h 5707979"/>
              <a:gd name="connsiteX47" fmla="*/ 3184710 w 4503392"/>
              <a:gd name="connsiteY47" fmla="*/ 1596318 h 5707979"/>
              <a:gd name="connsiteX48" fmla="*/ 2432135 w 4503392"/>
              <a:gd name="connsiteY48" fmla="*/ 1748800 h 5707979"/>
              <a:gd name="connsiteX49" fmla="*/ 2247816 w 4503392"/>
              <a:gd name="connsiteY49" fmla="*/ 1838468 h 5707979"/>
              <a:gd name="connsiteX50" fmla="*/ 1963024 w 4503392"/>
              <a:gd name="connsiteY50" fmla="*/ 1838468 h 5707979"/>
              <a:gd name="connsiteX51" fmla="*/ 1976164 w 4503392"/>
              <a:gd name="connsiteY51" fmla="*/ 1831962 h 5707979"/>
              <a:gd name="connsiteX52" fmla="*/ 2177959 w 4503392"/>
              <a:gd name="connsiteY52" fmla="*/ 1700110 h 5707979"/>
              <a:gd name="connsiteX53" fmla="*/ 2556983 w 4503392"/>
              <a:gd name="connsiteY53" fmla="*/ 1438749 h 5707979"/>
              <a:gd name="connsiteX54" fmla="*/ 2916995 w 4503392"/>
              <a:gd name="connsiteY54" fmla="*/ 1298482 h 5707979"/>
              <a:gd name="connsiteX55" fmla="*/ 3027466 w 4503392"/>
              <a:gd name="connsiteY55" fmla="*/ 1287091 h 5707979"/>
              <a:gd name="connsiteX56" fmla="*/ 2048578 w 4503392"/>
              <a:gd name="connsiteY56" fmla="*/ 1083989 h 5707979"/>
              <a:gd name="connsiteX57" fmla="*/ 2211396 w 4503392"/>
              <a:gd name="connsiteY57" fmla="*/ 1083989 h 5707979"/>
              <a:gd name="connsiteX58" fmla="*/ 2230297 w 4503392"/>
              <a:gd name="connsiteY58" fmla="*/ 1102945 h 5707979"/>
              <a:gd name="connsiteX59" fmla="*/ 2229965 w 4503392"/>
              <a:gd name="connsiteY59" fmla="*/ 1185681 h 5707979"/>
              <a:gd name="connsiteX60" fmla="*/ 2230186 w 4503392"/>
              <a:gd name="connsiteY60" fmla="*/ 1265708 h 5707979"/>
              <a:gd name="connsiteX61" fmla="*/ 2210843 w 4503392"/>
              <a:gd name="connsiteY61" fmla="*/ 1287042 h 5707979"/>
              <a:gd name="connsiteX62" fmla="*/ 2048080 w 4503392"/>
              <a:gd name="connsiteY62" fmla="*/ 1286987 h 5707979"/>
              <a:gd name="connsiteX63" fmla="*/ 2029345 w 4503392"/>
              <a:gd name="connsiteY63" fmla="*/ 1268029 h 5707979"/>
              <a:gd name="connsiteX64" fmla="*/ 2029345 w 4503392"/>
              <a:gd name="connsiteY64" fmla="*/ 1102448 h 5707979"/>
              <a:gd name="connsiteX65" fmla="*/ 2048578 w 4503392"/>
              <a:gd name="connsiteY65" fmla="*/ 1083989 h 5707979"/>
              <a:gd name="connsiteX66" fmla="*/ 1925938 w 4503392"/>
              <a:gd name="connsiteY66" fmla="*/ 1083989 h 5707979"/>
              <a:gd name="connsiteX67" fmla="*/ 1942021 w 4503392"/>
              <a:gd name="connsiteY67" fmla="*/ 1102670 h 5707979"/>
              <a:gd name="connsiteX68" fmla="*/ 1941855 w 4503392"/>
              <a:gd name="connsiteY68" fmla="*/ 1188057 h 5707979"/>
              <a:gd name="connsiteX69" fmla="*/ 1942021 w 4503392"/>
              <a:gd name="connsiteY69" fmla="*/ 1270738 h 5707979"/>
              <a:gd name="connsiteX70" fmla="*/ 1926270 w 4503392"/>
              <a:gd name="connsiteY70" fmla="*/ 1286876 h 5707979"/>
              <a:gd name="connsiteX71" fmla="*/ 1755438 w 4503392"/>
              <a:gd name="connsiteY71" fmla="*/ 1286820 h 5707979"/>
              <a:gd name="connsiteX72" fmla="*/ 1740847 w 4503392"/>
              <a:gd name="connsiteY72" fmla="*/ 1272395 h 5707979"/>
              <a:gd name="connsiteX73" fmla="*/ 1740847 w 4503392"/>
              <a:gd name="connsiteY73" fmla="*/ 1098801 h 5707979"/>
              <a:gd name="connsiteX74" fmla="*/ 1755108 w 4503392"/>
              <a:gd name="connsiteY74" fmla="*/ 1084099 h 5707979"/>
              <a:gd name="connsiteX75" fmla="*/ 1925938 w 4503392"/>
              <a:gd name="connsiteY75" fmla="*/ 1083989 h 5707979"/>
              <a:gd name="connsiteX76" fmla="*/ 998442 w 4503392"/>
              <a:gd name="connsiteY76" fmla="*/ 992528 h 5707979"/>
              <a:gd name="connsiteX77" fmla="*/ 1023534 w 4503392"/>
              <a:gd name="connsiteY77" fmla="*/ 992797 h 5707979"/>
              <a:gd name="connsiteX78" fmla="*/ 1219236 w 4503392"/>
              <a:gd name="connsiteY78" fmla="*/ 1117206 h 5707979"/>
              <a:gd name="connsiteX79" fmla="*/ 1217245 w 4503392"/>
              <a:gd name="connsiteY79" fmla="*/ 1151250 h 5707979"/>
              <a:gd name="connsiteX80" fmla="*/ 572442 w 4503392"/>
              <a:gd name="connsiteY80" fmla="*/ 1793568 h 5707979"/>
              <a:gd name="connsiteX81" fmla="*/ 549561 w 4503392"/>
              <a:gd name="connsiteY81" fmla="*/ 1806612 h 5707979"/>
              <a:gd name="connsiteX82" fmla="*/ 175179 w 4503392"/>
              <a:gd name="connsiteY82" fmla="*/ 1806446 h 5707979"/>
              <a:gd name="connsiteX83" fmla="*/ 269410 w 4503392"/>
              <a:gd name="connsiteY83" fmla="*/ 1713652 h 5707979"/>
              <a:gd name="connsiteX84" fmla="*/ 977827 w 4503392"/>
              <a:gd name="connsiteY84" fmla="*/ 1006229 h 5707979"/>
              <a:gd name="connsiteX85" fmla="*/ 998442 w 4503392"/>
              <a:gd name="connsiteY85" fmla="*/ 992528 h 5707979"/>
              <a:gd name="connsiteX86" fmla="*/ 927942 w 4503392"/>
              <a:gd name="connsiteY86" fmla="*/ 899080 h 5707979"/>
              <a:gd name="connsiteX87" fmla="*/ 1024086 w 4503392"/>
              <a:gd name="connsiteY87" fmla="*/ 902381 h 5707979"/>
              <a:gd name="connsiteX88" fmla="*/ 1375365 w 4503392"/>
              <a:gd name="connsiteY88" fmla="*/ 1170096 h 5707979"/>
              <a:gd name="connsiteX89" fmla="*/ 1273120 w 4503392"/>
              <a:gd name="connsiteY89" fmla="*/ 1499878 h 5707979"/>
              <a:gd name="connsiteX90" fmla="*/ 1124561 w 4503392"/>
              <a:gd name="connsiteY90" fmla="*/ 1546523 h 5707979"/>
              <a:gd name="connsiteX91" fmla="*/ 1139485 w 4503392"/>
              <a:gd name="connsiteY91" fmla="*/ 1538068 h 5707979"/>
              <a:gd name="connsiteX92" fmla="*/ 1292905 w 4503392"/>
              <a:gd name="connsiteY92" fmla="*/ 1181537 h 5707979"/>
              <a:gd name="connsiteX93" fmla="*/ 988438 w 4503392"/>
              <a:gd name="connsiteY93" fmla="*/ 951955 h 5707979"/>
              <a:gd name="connsiteX94" fmla="*/ 489098 w 4503392"/>
              <a:gd name="connsiteY94" fmla="*/ 1348943 h 5707979"/>
              <a:gd name="connsiteX95" fmla="*/ 484510 w 4503392"/>
              <a:gd name="connsiteY95" fmla="*/ 1389894 h 5707979"/>
              <a:gd name="connsiteX96" fmla="*/ 435709 w 4503392"/>
              <a:gd name="connsiteY96" fmla="*/ 1498607 h 5707979"/>
              <a:gd name="connsiteX97" fmla="*/ 372760 w 4503392"/>
              <a:gd name="connsiteY97" fmla="*/ 1561501 h 5707979"/>
              <a:gd name="connsiteX98" fmla="*/ 407467 w 4503392"/>
              <a:gd name="connsiteY98" fmla="*/ 1261785 h 5707979"/>
              <a:gd name="connsiteX99" fmla="*/ 927942 w 4503392"/>
              <a:gd name="connsiteY99" fmla="*/ 899080 h 5707979"/>
              <a:gd name="connsiteX100" fmla="*/ 2045759 w 4503392"/>
              <a:gd name="connsiteY100" fmla="*/ 809696 h 5707979"/>
              <a:gd name="connsiteX101" fmla="*/ 2228749 w 4503392"/>
              <a:gd name="connsiteY101" fmla="*/ 983182 h 5707979"/>
              <a:gd name="connsiteX102" fmla="*/ 2204155 w 4503392"/>
              <a:gd name="connsiteY102" fmla="*/ 1011644 h 5707979"/>
              <a:gd name="connsiteX103" fmla="*/ 2055652 w 4503392"/>
              <a:gd name="connsiteY103" fmla="*/ 1011588 h 5707979"/>
              <a:gd name="connsiteX104" fmla="*/ 2029234 w 4503392"/>
              <a:gd name="connsiteY104" fmla="*/ 983624 h 5707979"/>
              <a:gd name="connsiteX105" fmla="*/ 2029621 w 4503392"/>
              <a:gd name="connsiteY105" fmla="*/ 909344 h 5707979"/>
              <a:gd name="connsiteX106" fmla="*/ 2029455 w 4503392"/>
              <a:gd name="connsiteY106" fmla="*/ 824066 h 5707979"/>
              <a:gd name="connsiteX107" fmla="*/ 2045759 w 4503392"/>
              <a:gd name="connsiteY107" fmla="*/ 809696 h 5707979"/>
              <a:gd name="connsiteX108" fmla="*/ 1927928 w 4503392"/>
              <a:gd name="connsiteY108" fmla="*/ 809255 h 5707979"/>
              <a:gd name="connsiteX109" fmla="*/ 1941911 w 4503392"/>
              <a:gd name="connsiteY109" fmla="*/ 826165 h 5707979"/>
              <a:gd name="connsiteX110" fmla="*/ 1941855 w 4503392"/>
              <a:gd name="connsiteY110" fmla="*/ 911555 h 5707979"/>
              <a:gd name="connsiteX111" fmla="*/ 1942077 w 4503392"/>
              <a:gd name="connsiteY111" fmla="*/ 994125 h 5707979"/>
              <a:gd name="connsiteX112" fmla="*/ 1924612 w 4503392"/>
              <a:gd name="connsiteY112" fmla="*/ 1011201 h 5707979"/>
              <a:gd name="connsiteX113" fmla="*/ 1759473 w 4503392"/>
              <a:gd name="connsiteY113" fmla="*/ 1011256 h 5707979"/>
              <a:gd name="connsiteX114" fmla="*/ 1742009 w 4503392"/>
              <a:gd name="connsiteY114" fmla="*/ 991858 h 5707979"/>
              <a:gd name="connsiteX115" fmla="*/ 1927928 w 4503392"/>
              <a:gd name="connsiteY115" fmla="*/ 809255 h 5707979"/>
              <a:gd name="connsiteX116" fmla="*/ 1988979 w 4503392"/>
              <a:gd name="connsiteY116" fmla="*/ 447570 h 5707979"/>
              <a:gd name="connsiteX117" fmla="*/ 2002816 w 4503392"/>
              <a:gd name="connsiteY117" fmla="*/ 454548 h 5707979"/>
              <a:gd name="connsiteX118" fmla="*/ 2519511 w 4503392"/>
              <a:gd name="connsiteY118" fmla="*/ 971961 h 5707979"/>
              <a:gd name="connsiteX119" fmla="*/ 2522773 w 4503392"/>
              <a:gd name="connsiteY119" fmla="*/ 979035 h 5707979"/>
              <a:gd name="connsiteX120" fmla="*/ 2504036 w 4503392"/>
              <a:gd name="connsiteY120" fmla="*/ 968645 h 5707979"/>
              <a:gd name="connsiteX121" fmla="*/ 2007404 w 4503392"/>
              <a:gd name="connsiteY121" fmla="*/ 556294 h 5707979"/>
              <a:gd name="connsiteX122" fmla="*/ 1962084 w 4503392"/>
              <a:gd name="connsiteY122" fmla="*/ 556130 h 5707979"/>
              <a:gd name="connsiteX123" fmla="*/ 1511766 w 4503392"/>
              <a:gd name="connsiteY123" fmla="*/ 929129 h 5707979"/>
              <a:gd name="connsiteX124" fmla="*/ 1500601 w 4503392"/>
              <a:gd name="connsiteY124" fmla="*/ 923934 h 5707979"/>
              <a:gd name="connsiteX125" fmla="*/ 1976841 w 4503392"/>
              <a:gd name="connsiteY125" fmla="*/ 455930 h 5707979"/>
              <a:gd name="connsiteX126" fmla="*/ 1988979 w 4503392"/>
              <a:gd name="connsiteY126" fmla="*/ 447570 h 5707979"/>
              <a:gd name="connsiteX127" fmla="*/ 1990008 w 4503392"/>
              <a:gd name="connsiteY127" fmla="*/ 16 h 5707979"/>
              <a:gd name="connsiteX128" fmla="*/ 2007292 w 4503392"/>
              <a:gd name="connsiteY128" fmla="*/ 9923 h 5707979"/>
              <a:gd name="connsiteX129" fmla="*/ 3261698 w 4503392"/>
              <a:gd name="connsiteY129" fmla="*/ 1265045 h 5707979"/>
              <a:gd name="connsiteX130" fmla="*/ 3264958 w 4503392"/>
              <a:gd name="connsiteY130" fmla="*/ 1272064 h 5707979"/>
              <a:gd name="connsiteX131" fmla="*/ 3109048 w 4503392"/>
              <a:gd name="connsiteY131" fmla="*/ 1252500 h 5707979"/>
              <a:gd name="connsiteX132" fmla="*/ 2908648 w 4503392"/>
              <a:gd name="connsiteY132" fmla="*/ 1264769 h 5707979"/>
              <a:gd name="connsiteX133" fmla="*/ 2862888 w 4503392"/>
              <a:gd name="connsiteY133" fmla="*/ 1250620 h 5707979"/>
              <a:gd name="connsiteX134" fmla="*/ 2012874 w 4503392"/>
              <a:gd name="connsiteY134" fmla="*/ 398839 h 5707979"/>
              <a:gd name="connsiteX135" fmla="*/ 1968606 w 4503392"/>
              <a:gd name="connsiteY135" fmla="*/ 398397 h 5707979"/>
              <a:gd name="connsiteX136" fmla="*/ 1358564 w 4503392"/>
              <a:gd name="connsiteY136" fmla="*/ 1009931 h 5707979"/>
              <a:gd name="connsiteX137" fmla="*/ 1323468 w 4503392"/>
              <a:gd name="connsiteY137" fmla="*/ 1010097 h 5707979"/>
              <a:gd name="connsiteX138" fmla="*/ 1102841 w 4503392"/>
              <a:gd name="connsiteY138" fmla="*/ 880496 h 5707979"/>
              <a:gd name="connsiteX139" fmla="*/ 1241564 w 4503392"/>
              <a:gd name="connsiteY139" fmla="*/ 743487 h 5707979"/>
              <a:gd name="connsiteX140" fmla="*/ 1257424 w 4503392"/>
              <a:gd name="connsiteY140" fmla="*/ 705076 h 5707979"/>
              <a:gd name="connsiteX141" fmla="*/ 1257424 w 4503392"/>
              <a:gd name="connsiteY141" fmla="*/ 326992 h 5707979"/>
              <a:gd name="connsiteX142" fmla="*/ 1233549 w 4503392"/>
              <a:gd name="connsiteY142" fmla="*/ 308312 h 5707979"/>
              <a:gd name="connsiteX143" fmla="*/ 1111186 w 4503392"/>
              <a:gd name="connsiteY143" fmla="*/ 341139 h 5707979"/>
              <a:gd name="connsiteX144" fmla="*/ 1263449 w 4503392"/>
              <a:gd name="connsiteY144" fmla="*/ 202253 h 5707979"/>
              <a:gd name="connsiteX145" fmla="*/ 1284726 w 4503392"/>
              <a:gd name="connsiteY145" fmla="*/ 201258 h 5707979"/>
              <a:gd name="connsiteX146" fmla="*/ 1481921 w 4503392"/>
              <a:gd name="connsiteY146" fmla="*/ 327931 h 5707979"/>
              <a:gd name="connsiteX147" fmla="*/ 1495295 w 4503392"/>
              <a:gd name="connsiteY147" fmla="*/ 355343 h 5707979"/>
              <a:gd name="connsiteX148" fmla="*/ 1495074 w 4503392"/>
              <a:gd name="connsiteY148" fmla="*/ 482183 h 5707979"/>
              <a:gd name="connsiteX149" fmla="*/ 1515026 w 4503392"/>
              <a:gd name="connsiteY149" fmla="*/ 469305 h 5707979"/>
              <a:gd name="connsiteX150" fmla="*/ 1973469 w 4503392"/>
              <a:gd name="connsiteY150" fmla="*/ 10586 h 5707979"/>
              <a:gd name="connsiteX151" fmla="*/ 1990008 w 4503392"/>
              <a:gd name="connsiteY151" fmla="*/ 16 h 570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4503392" h="5707979">
                <a:moveTo>
                  <a:pt x="648487" y="1838468"/>
                </a:moveTo>
                <a:lnTo>
                  <a:pt x="1963024" y="1838468"/>
                </a:lnTo>
                <a:lnTo>
                  <a:pt x="1763384" y="1937318"/>
                </a:lnTo>
                <a:cubicBezTo>
                  <a:pt x="1617782" y="1998291"/>
                  <a:pt x="1464595" y="2040309"/>
                  <a:pt x="1303298" y="2060785"/>
                </a:cubicBezTo>
                <a:cubicBezTo>
                  <a:pt x="1071996" y="2090139"/>
                  <a:pt x="864306" y="2040112"/>
                  <a:pt x="695667" y="1887082"/>
                </a:cubicBezTo>
                <a:close/>
                <a:moveTo>
                  <a:pt x="200557" y="1838468"/>
                </a:moveTo>
                <a:lnTo>
                  <a:pt x="501443" y="1838468"/>
                </a:lnTo>
                <a:lnTo>
                  <a:pt x="503715" y="1843189"/>
                </a:lnTo>
                <a:lnTo>
                  <a:pt x="495067" y="1845628"/>
                </a:lnTo>
                <a:cubicBezTo>
                  <a:pt x="552268" y="1924717"/>
                  <a:pt x="621906" y="1989159"/>
                  <a:pt x="705082" y="2038180"/>
                </a:cubicBezTo>
                <a:cubicBezTo>
                  <a:pt x="929192" y="2170270"/>
                  <a:pt x="1171540" y="2190497"/>
                  <a:pt x="1422508" y="2151202"/>
                </a:cubicBezTo>
                <a:cubicBezTo>
                  <a:pt x="1597983" y="2123735"/>
                  <a:pt x="1763564" y="2063493"/>
                  <a:pt x="1925498" y="1992364"/>
                </a:cubicBezTo>
                <a:cubicBezTo>
                  <a:pt x="2011329" y="1954671"/>
                  <a:pt x="2095446" y="1913414"/>
                  <a:pt x="2179376" y="1871763"/>
                </a:cubicBezTo>
                <a:lnTo>
                  <a:pt x="2247816" y="1838468"/>
                </a:lnTo>
                <a:lnTo>
                  <a:pt x="2599751" y="1838468"/>
                </a:lnTo>
                <a:lnTo>
                  <a:pt x="2604347" y="1842534"/>
                </a:lnTo>
                <a:cubicBezTo>
                  <a:pt x="2894556" y="2075542"/>
                  <a:pt x="3225167" y="2182098"/>
                  <a:pt x="3595679" y="2146726"/>
                </a:cubicBezTo>
                <a:cubicBezTo>
                  <a:pt x="3678428" y="2138823"/>
                  <a:pt x="3758048" y="2123991"/>
                  <a:pt x="3834555" y="2102462"/>
                </a:cubicBezTo>
                <a:lnTo>
                  <a:pt x="3869511" y="2090869"/>
                </a:lnTo>
                <a:lnTo>
                  <a:pt x="3869511" y="5507422"/>
                </a:lnTo>
                <a:cubicBezTo>
                  <a:pt x="3869511" y="5618187"/>
                  <a:pt x="3779719" y="5707979"/>
                  <a:pt x="3668954" y="5707979"/>
                </a:cubicBezTo>
                <a:lnTo>
                  <a:pt x="200557" y="5707979"/>
                </a:lnTo>
                <a:cubicBezTo>
                  <a:pt x="89792" y="5707979"/>
                  <a:pt x="0" y="5618187"/>
                  <a:pt x="0" y="5507422"/>
                </a:cubicBezTo>
                <a:lnTo>
                  <a:pt x="0" y="2039025"/>
                </a:lnTo>
                <a:cubicBezTo>
                  <a:pt x="0" y="1928260"/>
                  <a:pt x="89792" y="1838468"/>
                  <a:pt x="200557" y="1838468"/>
                </a:cubicBezTo>
                <a:close/>
                <a:moveTo>
                  <a:pt x="645514" y="1835405"/>
                </a:moveTo>
                <a:lnTo>
                  <a:pt x="648487" y="1838468"/>
                </a:lnTo>
                <a:lnTo>
                  <a:pt x="644072" y="1838468"/>
                </a:lnTo>
                <a:close/>
                <a:moveTo>
                  <a:pt x="3027466" y="1287091"/>
                </a:moveTo>
                <a:cubicBezTo>
                  <a:pt x="3137388" y="1283165"/>
                  <a:pt x="3245740" y="1300637"/>
                  <a:pt x="3353221" y="1330481"/>
                </a:cubicBezTo>
                <a:cubicBezTo>
                  <a:pt x="3522836" y="1377624"/>
                  <a:pt x="3682394" y="1450964"/>
                  <a:pt x="3844770" y="1517120"/>
                </a:cubicBezTo>
                <a:cubicBezTo>
                  <a:pt x="3990399" y="1576421"/>
                  <a:pt x="4137521" y="1631191"/>
                  <a:pt x="4294094" y="1654847"/>
                </a:cubicBezTo>
                <a:cubicBezTo>
                  <a:pt x="4361298" y="1665014"/>
                  <a:pt x="4428946" y="1667115"/>
                  <a:pt x="4503392" y="1663137"/>
                </a:cubicBezTo>
                <a:cubicBezTo>
                  <a:pt x="4479515" y="1689775"/>
                  <a:pt x="4460338" y="1712822"/>
                  <a:pt x="4439503" y="1734209"/>
                </a:cubicBezTo>
                <a:cubicBezTo>
                  <a:pt x="4294564" y="1883225"/>
                  <a:pt x="4130476" y="1994762"/>
                  <a:pt x="3946982" y="2065177"/>
                </a:cubicBezTo>
                <a:lnTo>
                  <a:pt x="3869511" y="2090869"/>
                </a:lnTo>
                <a:lnTo>
                  <a:pt x="3869511" y="2039025"/>
                </a:lnTo>
                <a:cubicBezTo>
                  <a:pt x="3869511" y="1928260"/>
                  <a:pt x="3779719" y="1838468"/>
                  <a:pt x="3668954" y="1838468"/>
                </a:cubicBezTo>
                <a:lnTo>
                  <a:pt x="2599751" y="1838468"/>
                </a:lnTo>
                <a:lnTo>
                  <a:pt x="2593749" y="1833159"/>
                </a:lnTo>
                <a:cubicBezTo>
                  <a:pt x="2586089" y="1824838"/>
                  <a:pt x="2588058" y="1819004"/>
                  <a:pt x="2607001" y="1809595"/>
                </a:cubicBezTo>
                <a:cubicBezTo>
                  <a:pt x="2819393" y="1704475"/>
                  <a:pt x="3043557" y="1659599"/>
                  <a:pt x="3279882" y="1672256"/>
                </a:cubicBezTo>
                <a:cubicBezTo>
                  <a:pt x="3425290" y="1680047"/>
                  <a:pt x="3565061" y="1712544"/>
                  <a:pt x="3700632" y="1764662"/>
                </a:cubicBezTo>
                <a:cubicBezTo>
                  <a:pt x="3704610" y="1766209"/>
                  <a:pt x="3708535" y="1767756"/>
                  <a:pt x="3712515" y="1769305"/>
                </a:cubicBezTo>
                <a:cubicBezTo>
                  <a:pt x="3715609" y="1772676"/>
                  <a:pt x="3718871" y="1775383"/>
                  <a:pt x="3723513" y="1771681"/>
                </a:cubicBezTo>
                <a:cubicBezTo>
                  <a:pt x="3721413" y="1769305"/>
                  <a:pt x="3719258" y="1766872"/>
                  <a:pt x="3717157" y="1764496"/>
                </a:cubicBezTo>
                <a:cubicBezTo>
                  <a:pt x="3713786" y="1762562"/>
                  <a:pt x="3710303" y="1760628"/>
                  <a:pt x="3706822" y="1758748"/>
                </a:cubicBezTo>
                <a:cubicBezTo>
                  <a:pt x="3544722" y="1666231"/>
                  <a:pt x="3370133" y="1614390"/>
                  <a:pt x="3184710" y="1596318"/>
                </a:cubicBezTo>
                <a:cubicBezTo>
                  <a:pt x="2918100" y="1570341"/>
                  <a:pt x="2671055" y="1638486"/>
                  <a:pt x="2432135" y="1748800"/>
                </a:cubicBezTo>
                <a:lnTo>
                  <a:pt x="2247816" y="1838468"/>
                </a:lnTo>
                <a:lnTo>
                  <a:pt x="1963024" y="1838468"/>
                </a:lnTo>
                <a:lnTo>
                  <a:pt x="1976164" y="1831962"/>
                </a:lnTo>
                <a:cubicBezTo>
                  <a:pt x="2045238" y="1792320"/>
                  <a:pt x="2112481" y="1748261"/>
                  <a:pt x="2177959" y="1700110"/>
                </a:cubicBezTo>
                <a:cubicBezTo>
                  <a:pt x="2301593" y="1609139"/>
                  <a:pt x="2424175" y="1516455"/>
                  <a:pt x="2556983" y="1438749"/>
                </a:cubicBezTo>
                <a:cubicBezTo>
                  <a:pt x="2669562" y="1372926"/>
                  <a:pt x="2787504" y="1320810"/>
                  <a:pt x="2916995" y="1298482"/>
                </a:cubicBezTo>
                <a:cubicBezTo>
                  <a:pt x="2954011" y="1292085"/>
                  <a:pt x="2990826" y="1288399"/>
                  <a:pt x="3027466" y="1287091"/>
                </a:cubicBezTo>
                <a:close/>
                <a:moveTo>
                  <a:pt x="2048578" y="1083989"/>
                </a:moveTo>
                <a:cubicBezTo>
                  <a:pt x="2102850" y="1084652"/>
                  <a:pt x="2157123" y="1084652"/>
                  <a:pt x="2211396" y="1083989"/>
                </a:cubicBezTo>
                <a:cubicBezTo>
                  <a:pt x="2225821" y="1083823"/>
                  <a:pt x="2230739" y="1088520"/>
                  <a:pt x="2230297" y="1102945"/>
                </a:cubicBezTo>
                <a:cubicBezTo>
                  <a:pt x="2229357" y="1130469"/>
                  <a:pt x="2229965" y="1158102"/>
                  <a:pt x="2229965" y="1185681"/>
                </a:cubicBezTo>
                <a:cubicBezTo>
                  <a:pt x="2229965" y="1212375"/>
                  <a:pt x="2229412" y="1239070"/>
                  <a:pt x="2230186" y="1265708"/>
                </a:cubicBezTo>
                <a:cubicBezTo>
                  <a:pt x="2230628" y="1280078"/>
                  <a:pt x="2227865" y="1287373"/>
                  <a:pt x="2210843" y="1287042"/>
                </a:cubicBezTo>
                <a:cubicBezTo>
                  <a:pt x="2156570" y="1286047"/>
                  <a:pt x="2102298" y="1286213"/>
                  <a:pt x="2048080" y="1286987"/>
                </a:cubicBezTo>
                <a:cubicBezTo>
                  <a:pt x="2033434" y="1287208"/>
                  <a:pt x="2029179" y="1282233"/>
                  <a:pt x="2029345" y="1268029"/>
                </a:cubicBezTo>
                <a:cubicBezTo>
                  <a:pt x="2030008" y="1212817"/>
                  <a:pt x="2030063" y="1157660"/>
                  <a:pt x="2029345" y="1102448"/>
                </a:cubicBezTo>
                <a:cubicBezTo>
                  <a:pt x="2029124" y="1087581"/>
                  <a:pt x="2034596" y="1083823"/>
                  <a:pt x="2048578" y="1083989"/>
                </a:cubicBezTo>
                <a:close/>
                <a:moveTo>
                  <a:pt x="1925938" y="1083989"/>
                </a:moveTo>
                <a:cubicBezTo>
                  <a:pt x="1940584" y="1083823"/>
                  <a:pt x="1942187" y="1090953"/>
                  <a:pt x="1942021" y="1102670"/>
                </a:cubicBezTo>
                <a:cubicBezTo>
                  <a:pt x="1941579" y="1131132"/>
                  <a:pt x="1941855" y="1159595"/>
                  <a:pt x="1941855" y="1188057"/>
                </a:cubicBezTo>
                <a:cubicBezTo>
                  <a:pt x="1941855" y="1215636"/>
                  <a:pt x="1941524" y="1243159"/>
                  <a:pt x="1942021" y="1270738"/>
                </a:cubicBezTo>
                <a:cubicBezTo>
                  <a:pt x="1942242" y="1282343"/>
                  <a:pt x="1938429" y="1286986"/>
                  <a:pt x="1926270" y="1286876"/>
                </a:cubicBezTo>
                <a:cubicBezTo>
                  <a:pt x="1869345" y="1286434"/>
                  <a:pt x="1812363" y="1286489"/>
                  <a:pt x="1755438" y="1286820"/>
                </a:cubicBezTo>
                <a:cubicBezTo>
                  <a:pt x="1744661" y="1286876"/>
                  <a:pt x="1740847" y="1282841"/>
                  <a:pt x="1740847" y="1272395"/>
                </a:cubicBezTo>
                <a:cubicBezTo>
                  <a:pt x="1741068" y="1214531"/>
                  <a:pt x="1741068" y="1156665"/>
                  <a:pt x="1740847" y="1098801"/>
                </a:cubicBezTo>
                <a:cubicBezTo>
                  <a:pt x="1740792" y="1088575"/>
                  <a:pt x="1743998" y="1084044"/>
                  <a:pt x="1755108" y="1084099"/>
                </a:cubicBezTo>
                <a:cubicBezTo>
                  <a:pt x="1812033" y="1084486"/>
                  <a:pt x="1869013" y="1084652"/>
                  <a:pt x="1925938" y="1083989"/>
                </a:cubicBezTo>
                <a:close/>
                <a:moveTo>
                  <a:pt x="998442" y="992528"/>
                </a:moveTo>
                <a:cubicBezTo>
                  <a:pt x="1005655" y="990324"/>
                  <a:pt x="1013613" y="990449"/>
                  <a:pt x="1023534" y="992797"/>
                </a:cubicBezTo>
                <a:cubicBezTo>
                  <a:pt x="1103561" y="1011644"/>
                  <a:pt x="1169273" y="1051381"/>
                  <a:pt x="1219236" y="1117206"/>
                </a:cubicBezTo>
                <a:cubicBezTo>
                  <a:pt x="1229294" y="1130469"/>
                  <a:pt x="1230012" y="1138538"/>
                  <a:pt x="1217245" y="1151250"/>
                </a:cubicBezTo>
                <a:cubicBezTo>
                  <a:pt x="1001979" y="1365024"/>
                  <a:pt x="787321" y="1579407"/>
                  <a:pt x="572442" y="1793568"/>
                </a:cubicBezTo>
                <a:cubicBezTo>
                  <a:pt x="566086" y="1799924"/>
                  <a:pt x="560503" y="1806667"/>
                  <a:pt x="549561" y="1806612"/>
                </a:cubicBezTo>
                <a:cubicBezTo>
                  <a:pt x="427640" y="1806334"/>
                  <a:pt x="305665" y="1806446"/>
                  <a:pt x="175179" y="1806446"/>
                </a:cubicBezTo>
                <a:cubicBezTo>
                  <a:pt x="210550" y="1771627"/>
                  <a:pt x="240173" y="1742832"/>
                  <a:pt x="269410" y="1713652"/>
                </a:cubicBezTo>
                <a:cubicBezTo>
                  <a:pt x="505678" y="1477990"/>
                  <a:pt x="742001" y="1242385"/>
                  <a:pt x="977827" y="1006229"/>
                </a:cubicBezTo>
                <a:cubicBezTo>
                  <a:pt x="984763" y="999265"/>
                  <a:pt x="991230" y="994732"/>
                  <a:pt x="998442" y="992528"/>
                </a:cubicBezTo>
                <a:close/>
                <a:moveTo>
                  <a:pt x="927942" y="899080"/>
                </a:moveTo>
                <a:cubicBezTo>
                  <a:pt x="959786" y="897441"/>
                  <a:pt x="991934" y="898478"/>
                  <a:pt x="1024086" y="902381"/>
                </a:cubicBezTo>
                <a:cubicBezTo>
                  <a:pt x="1191104" y="922664"/>
                  <a:pt x="1319434" y="1002028"/>
                  <a:pt x="1375365" y="1170096"/>
                </a:cubicBezTo>
                <a:cubicBezTo>
                  <a:pt x="1419413" y="1302406"/>
                  <a:pt x="1378017" y="1431125"/>
                  <a:pt x="1273120" y="1499878"/>
                </a:cubicBezTo>
                <a:cubicBezTo>
                  <a:pt x="1230178" y="1528008"/>
                  <a:pt x="1182759" y="1542599"/>
                  <a:pt x="1124561" y="1546523"/>
                </a:cubicBezTo>
                <a:cubicBezTo>
                  <a:pt x="1133516" y="1541440"/>
                  <a:pt x="1136334" y="1539339"/>
                  <a:pt x="1139485" y="1538068"/>
                </a:cubicBezTo>
                <a:cubicBezTo>
                  <a:pt x="1289424" y="1477439"/>
                  <a:pt x="1352484" y="1333689"/>
                  <a:pt x="1292905" y="1181537"/>
                </a:cubicBezTo>
                <a:cubicBezTo>
                  <a:pt x="1238855" y="1043478"/>
                  <a:pt x="1133460" y="967209"/>
                  <a:pt x="988438" y="951955"/>
                </a:cubicBezTo>
                <a:cubicBezTo>
                  <a:pt x="734485" y="925206"/>
                  <a:pt x="523695" y="1095099"/>
                  <a:pt x="489098" y="1348943"/>
                </a:cubicBezTo>
                <a:cubicBezTo>
                  <a:pt x="487219" y="1362593"/>
                  <a:pt x="482963" y="1376576"/>
                  <a:pt x="484510" y="1389894"/>
                </a:cubicBezTo>
                <a:cubicBezTo>
                  <a:pt x="489871" y="1436374"/>
                  <a:pt x="471468" y="1470254"/>
                  <a:pt x="435709" y="1498607"/>
                </a:cubicBezTo>
                <a:cubicBezTo>
                  <a:pt x="414376" y="1515518"/>
                  <a:pt x="396690" y="1537239"/>
                  <a:pt x="372760" y="1561501"/>
                </a:cubicBezTo>
                <a:cubicBezTo>
                  <a:pt x="355903" y="1453950"/>
                  <a:pt x="367011" y="1356016"/>
                  <a:pt x="407467" y="1261785"/>
                </a:cubicBezTo>
                <a:cubicBezTo>
                  <a:pt x="497078" y="1053165"/>
                  <a:pt x="705038" y="910554"/>
                  <a:pt x="927942" y="899080"/>
                </a:cubicBezTo>
                <a:close/>
                <a:moveTo>
                  <a:pt x="2045759" y="809696"/>
                </a:moveTo>
                <a:cubicBezTo>
                  <a:pt x="2135458" y="814614"/>
                  <a:pt x="2218691" y="893536"/>
                  <a:pt x="2228749" y="983182"/>
                </a:cubicBezTo>
                <a:cubicBezTo>
                  <a:pt x="2230961" y="1002967"/>
                  <a:pt x="2228362" y="1012694"/>
                  <a:pt x="2204155" y="1011644"/>
                </a:cubicBezTo>
                <a:cubicBezTo>
                  <a:pt x="2154747" y="1009544"/>
                  <a:pt x="2105062" y="1009653"/>
                  <a:pt x="2055652" y="1011588"/>
                </a:cubicBezTo>
                <a:cubicBezTo>
                  <a:pt x="2032605" y="1012473"/>
                  <a:pt x="2027908" y="1004072"/>
                  <a:pt x="2029234" y="983624"/>
                </a:cubicBezTo>
                <a:cubicBezTo>
                  <a:pt x="2030782" y="958918"/>
                  <a:pt x="2029621" y="934103"/>
                  <a:pt x="2029621" y="909344"/>
                </a:cubicBezTo>
                <a:cubicBezTo>
                  <a:pt x="2029621" y="880936"/>
                  <a:pt x="2030008" y="852473"/>
                  <a:pt x="2029455" y="824066"/>
                </a:cubicBezTo>
                <a:cubicBezTo>
                  <a:pt x="2029179" y="811630"/>
                  <a:pt x="2033876" y="809033"/>
                  <a:pt x="2045759" y="809696"/>
                </a:cubicBezTo>
                <a:close/>
                <a:moveTo>
                  <a:pt x="1927928" y="809255"/>
                </a:moveTo>
                <a:cubicBezTo>
                  <a:pt x="1942519" y="809143"/>
                  <a:pt x="1941911" y="816549"/>
                  <a:pt x="1941911" y="826165"/>
                </a:cubicBezTo>
                <a:cubicBezTo>
                  <a:pt x="1941800" y="854684"/>
                  <a:pt x="1941855" y="883092"/>
                  <a:pt x="1941855" y="911555"/>
                </a:cubicBezTo>
                <a:cubicBezTo>
                  <a:pt x="1941855" y="939077"/>
                  <a:pt x="1941303" y="966601"/>
                  <a:pt x="1942077" y="994125"/>
                </a:cubicBezTo>
                <a:cubicBezTo>
                  <a:pt x="1942463" y="1007443"/>
                  <a:pt x="1937544" y="1011368"/>
                  <a:pt x="1924612" y="1011201"/>
                </a:cubicBezTo>
                <a:cubicBezTo>
                  <a:pt x="1869566" y="1010650"/>
                  <a:pt x="1814520" y="1010484"/>
                  <a:pt x="1759473" y="1011256"/>
                </a:cubicBezTo>
                <a:cubicBezTo>
                  <a:pt x="1744109" y="1011477"/>
                  <a:pt x="1741622" y="1005675"/>
                  <a:pt x="1742009" y="991858"/>
                </a:cubicBezTo>
                <a:cubicBezTo>
                  <a:pt x="1744606" y="901495"/>
                  <a:pt x="1837787" y="810084"/>
                  <a:pt x="1927928" y="809255"/>
                </a:cubicBezTo>
                <a:close/>
                <a:moveTo>
                  <a:pt x="1988979" y="447570"/>
                </a:moveTo>
                <a:cubicBezTo>
                  <a:pt x="1992910" y="446921"/>
                  <a:pt x="1997123" y="448827"/>
                  <a:pt x="2002816" y="454548"/>
                </a:cubicBezTo>
                <a:cubicBezTo>
                  <a:pt x="2174753" y="627313"/>
                  <a:pt x="2347243" y="799526"/>
                  <a:pt x="2519511" y="971961"/>
                </a:cubicBezTo>
                <a:cubicBezTo>
                  <a:pt x="2521114" y="973563"/>
                  <a:pt x="2521556" y="976272"/>
                  <a:pt x="2522773" y="979035"/>
                </a:cubicBezTo>
                <a:cubicBezTo>
                  <a:pt x="2512934" y="980418"/>
                  <a:pt x="2509232" y="972957"/>
                  <a:pt x="2504036" y="968645"/>
                </a:cubicBezTo>
                <a:cubicBezTo>
                  <a:pt x="2338289" y="831417"/>
                  <a:pt x="2172487" y="694298"/>
                  <a:pt x="2007404" y="556294"/>
                </a:cubicBezTo>
                <a:cubicBezTo>
                  <a:pt x="1990105" y="541815"/>
                  <a:pt x="1980322" y="540876"/>
                  <a:pt x="1962084" y="556130"/>
                </a:cubicBezTo>
                <a:cubicBezTo>
                  <a:pt x="1812641" y="681254"/>
                  <a:pt x="1662038" y="804943"/>
                  <a:pt x="1511766" y="929129"/>
                </a:cubicBezTo>
                <a:cubicBezTo>
                  <a:pt x="1507399" y="928853"/>
                  <a:pt x="1503143" y="928300"/>
                  <a:pt x="1500601" y="923934"/>
                </a:cubicBezTo>
                <a:cubicBezTo>
                  <a:pt x="1659384" y="767970"/>
                  <a:pt x="1818222" y="612059"/>
                  <a:pt x="1976841" y="455930"/>
                </a:cubicBezTo>
                <a:cubicBezTo>
                  <a:pt x="1981401" y="451425"/>
                  <a:pt x="1985048" y="448220"/>
                  <a:pt x="1988979" y="447570"/>
                </a:cubicBezTo>
                <a:close/>
                <a:moveTo>
                  <a:pt x="1990008" y="16"/>
                </a:moveTo>
                <a:cubicBezTo>
                  <a:pt x="1995065" y="-260"/>
                  <a:pt x="2000246" y="2876"/>
                  <a:pt x="2007292" y="9923"/>
                </a:cubicBezTo>
                <a:cubicBezTo>
                  <a:pt x="2425114" y="428573"/>
                  <a:pt x="2843488" y="846726"/>
                  <a:pt x="3261698" y="1265045"/>
                </a:cubicBezTo>
                <a:cubicBezTo>
                  <a:pt x="3262746" y="1266095"/>
                  <a:pt x="3263078" y="1267920"/>
                  <a:pt x="3264958" y="1272064"/>
                </a:cubicBezTo>
                <a:cubicBezTo>
                  <a:pt x="3212177" y="1263664"/>
                  <a:pt x="3160945" y="1255540"/>
                  <a:pt x="3109048" y="1252500"/>
                </a:cubicBezTo>
                <a:cubicBezTo>
                  <a:pt x="3041622" y="1248520"/>
                  <a:pt x="2974859" y="1252112"/>
                  <a:pt x="2908648" y="1264769"/>
                </a:cubicBezTo>
                <a:cubicBezTo>
                  <a:pt x="2889747" y="1268362"/>
                  <a:pt x="2877035" y="1264824"/>
                  <a:pt x="2862888" y="1250620"/>
                </a:cubicBezTo>
                <a:cubicBezTo>
                  <a:pt x="2579807" y="966380"/>
                  <a:pt x="2295954" y="683024"/>
                  <a:pt x="2012874" y="398839"/>
                </a:cubicBezTo>
                <a:cubicBezTo>
                  <a:pt x="1995576" y="381486"/>
                  <a:pt x="1986678" y="380215"/>
                  <a:pt x="1968606" y="398397"/>
                </a:cubicBezTo>
                <a:cubicBezTo>
                  <a:pt x="1765719" y="602721"/>
                  <a:pt x="1561727" y="805939"/>
                  <a:pt x="1358564" y="1009931"/>
                </a:cubicBezTo>
                <a:cubicBezTo>
                  <a:pt x="1344912" y="1023638"/>
                  <a:pt x="1338501" y="1027009"/>
                  <a:pt x="1323468" y="1010097"/>
                </a:cubicBezTo>
                <a:cubicBezTo>
                  <a:pt x="1265770" y="945103"/>
                  <a:pt x="1191655" y="905917"/>
                  <a:pt x="1102841" y="880496"/>
                </a:cubicBezTo>
                <a:cubicBezTo>
                  <a:pt x="1151477" y="832302"/>
                  <a:pt x="1196023" y="787370"/>
                  <a:pt x="1241564" y="743487"/>
                </a:cubicBezTo>
                <a:cubicBezTo>
                  <a:pt x="1253168" y="732322"/>
                  <a:pt x="1257535" y="720993"/>
                  <a:pt x="1257424" y="705076"/>
                </a:cubicBezTo>
                <a:cubicBezTo>
                  <a:pt x="1256816" y="579066"/>
                  <a:pt x="1256761" y="453002"/>
                  <a:pt x="1257424" y="326992"/>
                </a:cubicBezTo>
                <a:cubicBezTo>
                  <a:pt x="1257535" y="307758"/>
                  <a:pt x="1255435" y="300630"/>
                  <a:pt x="1233549" y="308312"/>
                </a:cubicBezTo>
                <a:cubicBezTo>
                  <a:pt x="1194033" y="322183"/>
                  <a:pt x="1153301" y="332740"/>
                  <a:pt x="1111186" y="341139"/>
                </a:cubicBezTo>
                <a:cubicBezTo>
                  <a:pt x="1161978" y="294937"/>
                  <a:pt x="1212990" y="248844"/>
                  <a:pt x="1263449" y="202253"/>
                </a:cubicBezTo>
                <a:cubicBezTo>
                  <a:pt x="1271297" y="195013"/>
                  <a:pt x="1276603" y="196008"/>
                  <a:pt x="1284726" y="201258"/>
                </a:cubicBezTo>
                <a:cubicBezTo>
                  <a:pt x="1350274" y="243760"/>
                  <a:pt x="1415931" y="286094"/>
                  <a:pt x="1481921" y="327931"/>
                </a:cubicBezTo>
                <a:cubicBezTo>
                  <a:pt x="1492863" y="334895"/>
                  <a:pt x="1495461" y="343351"/>
                  <a:pt x="1495295" y="355343"/>
                </a:cubicBezTo>
                <a:cubicBezTo>
                  <a:pt x="1494742" y="397513"/>
                  <a:pt x="1495074" y="439737"/>
                  <a:pt x="1495074" y="482183"/>
                </a:cubicBezTo>
                <a:cubicBezTo>
                  <a:pt x="1506681" y="484117"/>
                  <a:pt x="1509830" y="474501"/>
                  <a:pt x="1515026" y="469305"/>
                </a:cubicBezTo>
                <a:cubicBezTo>
                  <a:pt x="1668116" y="316657"/>
                  <a:pt x="1821097" y="163897"/>
                  <a:pt x="1973469" y="10586"/>
                </a:cubicBezTo>
                <a:cubicBezTo>
                  <a:pt x="1980018" y="3981"/>
                  <a:pt x="1984951" y="292"/>
                  <a:pt x="1990008" y="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그림 개체 틀 30">
            <a:extLst>
              <a:ext uri="{FF2B5EF4-FFF2-40B4-BE49-F238E27FC236}">
                <a16:creationId xmlns:a16="http://schemas.microsoft.com/office/drawing/2014/main" id="{EE227CEA-3E11-4955-A830-9B79F2339C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22758" y="2652452"/>
            <a:ext cx="3362248" cy="3362248"/>
          </a:xfrm>
          <a:custGeom>
            <a:avLst/>
            <a:gdLst>
              <a:gd name="connsiteX0" fmla="*/ 181023 w 3362248"/>
              <a:gd name="connsiteY0" fmla="*/ 0 h 3362248"/>
              <a:gd name="connsiteX1" fmla="*/ 482010 w 3362248"/>
              <a:gd name="connsiteY1" fmla="*/ 0 h 3362248"/>
              <a:gd name="connsiteX2" fmla="*/ 519999 w 3362248"/>
              <a:gd name="connsiteY2" fmla="*/ 19870 h 3362248"/>
              <a:gd name="connsiteX3" fmla="*/ 1152548 w 3362248"/>
              <a:gd name="connsiteY3" fmla="*/ 88499 h 3362248"/>
              <a:gd name="connsiteX4" fmla="*/ 1409121 w 3362248"/>
              <a:gd name="connsiteY4" fmla="*/ 25453 h 3362248"/>
              <a:gd name="connsiteX5" fmla="*/ 1474597 w 3362248"/>
              <a:gd name="connsiteY5" fmla="*/ 0 h 3362248"/>
              <a:gd name="connsiteX6" fmla="*/ 2711146 w 3362248"/>
              <a:gd name="connsiteY6" fmla="*/ 0 h 3362248"/>
              <a:gd name="connsiteX7" fmla="*/ 2799940 w 3362248"/>
              <a:gd name="connsiteY7" fmla="*/ 32570 h 3362248"/>
              <a:gd name="connsiteX8" fmla="*/ 3325719 w 3362248"/>
              <a:gd name="connsiteY8" fmla="*/ 84023 h 3362248"/>
              <a:gd name="connsiteX9" fmla="*/ 3329750 w 3362248"/>
              <a:gd name="connsiteY9" fmla="*/ 83460 h 3362248"/>
              <a:gd name="connsiteX10" fmla="*/ 3348023 w 3362248"/>
              <a:gd name="connsiteY10" fmla="*/ 110561 h 3362248"/>
              <a:gd name="connsiteX11" fmla="*/ 3362248 w 3362248"/>
              <a:gd name="connsiteY11" fmla="*/ 181023 h 3362248"/>
              <a:gd name="connsiteX12" fmla="*/ 3362248 w 3362248"/>
              <a:gd name="connsiteY12" fmla="*/ 3181225 h 3362248"/>
              <a:gd name="connsiteX13" fmla="*/ 3181225 w 3362248"/>
              <a:gd name="connsiteY13" fmla="*/ 3362248 h 3362248"/>
              <a:gd name="connsiteX14" fmla="*/ 181023 w 3362248"/>
              <a:gd name="connsiteY14" fmla="*/ 3362248 h 3362248"/>
              <a:gd name="connsiteX15" fmla="*/ 0 w 3362248"/>
              <a:gd name="connsiteY15" fmla="*/ 3181225 h 3362248"/>
              <a:gd name="connsiteX16" fmla="*/ 0 w 3362248"/>
              <a:gd name="connsiteY16" fmla="*/ 181023 h 3362248"/>
              <a:gd name="connsiteX17" fmla="*/ 181023 w 3362248"/>
              <a:gd name="connsiteY17" fmla="*/ 0 h 3362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62248" h="3362248">
                <a:moveTo>
                  <a:pt x="181023" y="0"/>
                </a:moveTo>
                <a:lnTo>
                  <a:pt x="482010" y="0"/>
                </a:lnTo>
                <a:lnTo>
                  <a:pt x="519999" y="19870"/>
                </a:lnTo>
                <a:cubicBezTo>
                  <a:pt x="719954" y="111694"/>
                  <a:pt x="932951" y="122882"/>
                  <a:pt x="1152548" y="88499"/>
                </a:cubicBezTo>
                <a:cubicBezTo>
                  <a:pt x="1240286" y="74766"/>
                  <a:pt x="1325550" y="52838"/>
                  <a:pt x="1409121" y="25453"/>
                </a:cubicBezTo>
                <a:lnTo>
                  <a:pt x="1474597" y="0"/>
                </a:lnTo>
                <a:lnTo>
                  <a:pt x="2711146" y="0"/>
                </a:lnTo>
                <a:lnTo>
                  <a:pt x="2799940" y="32570"/>
                </a:lnTo>
                <a:cubicBezTo>
                  <a:pt x="2965182" y="83913"/>
                  <a:pt x="3140463" y="101709"/>
                  <a:pt x="3325719" y="84023"/>
                </a:cubicBezTo>
                <a:lnTo>
                  <a:pt x="3329750" y="83460"/>
                </a:lnTo>
                <a:lnTo>
                  <a:pt x="3348023" y="110561"/>
                </a:lnTo>
                <a:cubicBezTo>
                  <a:pt x="3357183" y="132218"/>
                  <a:pt x="3362248" y="156029"/>
                  <a:pt x="3362248" y="181023"/>
                </a:cubicBezTo>
                <a:lnTo>
                  <a:pt x="3362248" y="3181225"/>
                </a:lnTo>
                <a:cubicBezTo>
                  <a:pt x="3362248" y="3281201"/>
                  <a:pt x="3281201" y="3362248"/>
                  <a:pt x="3181225" y="3362248"/>
                </a:cubicBezTo>
                <a:lnTo>
                  <a:pt x="181023" y="3362248"/>
                </a:lnTo>
                <a:cubicBezTo>
                  <a:pt x="81047" y="3362248"/>
                  <a:pt x="0" y="3281201"/>
                  <a:pt x="0" y="3181225"/>
                </a:cubicBezTo>
                <a:lnTo>
                  <a:pt x="0" y="181023"/>
                </a:lnTo>
                <a:cubicBezTo>
                  <a:pt x="0" y="81047"/>
                  <a:pt x="81047" y="0"/>
                  <a:pt x="18102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625003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945EB0-79B2-4A50-B11C-F458BEA7E1B0}"/>
              </a:ext>
            </a:extLst>
          </p:cNvPr>
          <p:cNvSpPr/>
          <p:nvPr userDrawn="1"/>
        </p:nvSpPr>
        <p:spPr>
          <a:xfrm>
            <a:off x="0" y="2303253"/>
            <a:ext cx="12192000" cy="2251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cs typeface="Arial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23C579-D02B-4789-8BBC-1F4A6DE6F301}"/>
              </a:ext>
            </a:extLst>
          </p:cNvPr>
          <p:cNvSpPr/>
          <p:nvPr userDrawn="1"/>
        </p:nvSpPr>
        <p:spPr>
          <a:xfrm>
            <a:off x="0" y="4592128"/>
            <a:ext cx="12192000" cy="1035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154BFD-7FE1-47ED-9BE5-5B7044AF9D07}"/>
              </a:ext>
            </a:extLst>
          </p:cNvPr>
          <p:cNvSpPr/>
          <p:nvPr userDrawn="1"/>
        </p:nvSpPr>
        <p:spPr>
          <a:xfrm>
            <a:off x="0" y="2162355"/>
            <a:ext cx="12192000" cy="1035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9BDA914-B7BB-4BD6-88D9-FAED1001EB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61516" y="573702"/>
            <a:ext cx="4468483" cy="57105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0503783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618770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B99BF-EDE7-407E-B91C-B5A0A9CC3300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AE3975-5DED-400C-A136-B5CC796307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2757875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503889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36E1CDD-48CD-493E-97E2-7F36603E8CAB}"/>
              </a:ext>
            </a:extLst>
          </p:cNvPr>
          <p:cNvSpPr/>
          <p:nvPr userDrawn="1"/>
        </p:nvSpPr>
        <p:spPr>
          <a:xfrm>
            <a:off x="4019341" y="1301929"/>
            <a:ext cx="7867858" cy="5029200"/>
          </a:xfrm>
          <a:prstGeom prst="frame">
            <a:avLst>
              <a:gd name="adj1" fmla="val 9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93CFE7-975D-4241-992F-7B60279654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6370" y="709751"/>
            <a:ext cx="4296728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DCC899EA-7F44-4EC5-B64D-D51B9814A5E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16183" y="2023797"/>
            <a:ext cx="4200933" cy="2624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747045616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170215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8C1EAB7-284F-4D14-845C-398815F734B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651105"/>
            <a:ext cx="3887755" cy="4425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6788D-3E21-46F3-94F1-0160A3284A6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304245" y="1651105"/>
            <a:ext cx="3887755" cy="4425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C33AF54-8AD5-452B-8522-D88ED84096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356659530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100173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A33CEA-F1B2-4A81-90E9-CA38F6B20EDB}"/>
              </a:ext>
            </a:extLst>
          </p:cNvPr>
          <p:cNvGrpSpPr/>
          <p:nvPr userDrawn="1"/>
        </p:nvGrpSpPr>
        <p:grpSpPr>
          <a:xfrm>
            <a:off x="638218" y="1536176"/>
            <a:ext cx="4966387" cy="2898882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EE92628-61E1-45B6-B328-EED1BFEFE006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9F07860-E2E5-447E-81C8-BA20AE396D64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121472E-4729-4E62-A064-64286DFC33AC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AB49131-3A00-43B0-B640-CD472BF8F962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7943EEE-947C-45C7-A59D-43478ADD9820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233019-906A-4B33-85C2-812C42A16FE8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08BFEAD-6816-43DA-8762-CC1E1BC8BE3C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1F5DCDD-E9ED-4A2D-B231-5B14FF61A20A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1CE2EB-7B77-422A-BC36-6FA517D83F32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C8A94F0-22BD-4390-B2DE-6709ACCDFEA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282BAB9-1BFB-4514-B6EB-F0C215CB8BB4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B1073BC-07F1-464E-8869-5AF42A2F9419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21164-7929-41A8-9A2B-62BC611DD40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1305468" y="1701056"/>
            <a:ext cx="3590864" cy="232916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B160CA8-2EAF-49CD-82FC-F40101527F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13551053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311693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82A6C0A-D17D-4D94-BADB-2FFC7A7B7B7F}"/>
              </a:ext>
            </a:extLst>
          </p:cNvPr>
          <p:cNvSpPr/>
          <p:nvPr userDrawn="1"/>
        </p:nvSpPr>
        <p:spPr>
          <a:xfrm>
            <a:off x="4439816" y="0"/>
            <a:ext cx="3312368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887A78-13D6-4543-A9A1-F01ABC964EB9}"/>
              </a:ext>
            </a:extLst>
          </p:cNvPr>
          <p:cNvGrpSpPr/>
          <p:nvPr userDrawn="1"/>
        </p:nvGrpSpPr>
        <p:grpSpPr>
          <a:xfrm>
            <a:off x="4789978" y="1099366"/>
            <a:ext cx="2580306" cy="4655566"/>
            <a:chOff x="4789978" y="1099366"/>
            <a:chExt cx="2580306" cy="4655566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F3FFA46A-1FEC-45F2-B180-EFA4C8398587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187CD54E-E3DF-4C2E-8B67-E474147CB925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EB637C88-C87A-4C2F-9584-7AE9042E876D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E40D5BFD-F3AF-4A76-A8C9-A24AE8B5C781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9160261E-3D08-4181-8E98-777BCA5EBD21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026CE6E2-C43D-4356-9C85-04B9FCA1951E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408ECE83-5AB3-4153-B6EE-369BD2A5D7DB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779BAFE1-DB45-4AEA-BF17-A3627A0E3D8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CE095102-93F8-4BD3-B0FA-04F08D59787A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60EC7D87-207A-4564-8305-C1BB903B8EFD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A9AD7111-B113-4961-85FE-530BC52C7EE9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01DF47A1-AD89-4A84-BD9F-1CFC35650C87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" name="Group 1">
              <a:extLst>
                <a:ext uri="{FF2B5EF4-FFF2-40B4-BE49-F238E27FC236}">
                  <a16:creationId xmlns:a16="http://schemas.microsoft.com/office/drawing/2014/main" id="{B03B603C-8269-4C3A-9FAF-750157544ABF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18" name="Oval 26">
                <a:extLst>
                  <a:ext uri="{FF2B5EF4-FFF2-40B4-BE49-F238E27FC236}">
                    <a16:creationId xmlns:a16="http://schemas.microsoft.com/office/drawing/2014/main" id="{66B25888-C24F-41D8-B2EC-AF1D74BDE3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27">
                <a:extLst>
                  <a:ext uri="{FF2B5EF4-FFF2-40B4-BE49-F238E27FC236}">
                    <a16:creationId xmlns:a16="http://schemas.microsoft.com/office/drawing/2014/main" id="{DA8CA806-B072-44B8-AC80-F6D5ED231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28">
                <a:extLst>
                  <a:ext uri="{FF2B5EF4-FFF2-40B4-BE49-F238E27FC236}">
                    <a16:creationId xmlns:a16="http://schemas.microsoft.com/office/drawing/2014/main" id="{9D42A657-70D6-4472-B692-B3613A45ADBA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9">
                <a:extLst>
                  <a:ext uri="{FF2B5EF4-FFF2-40B4-BE49-F238E27FC236}">
                    <a16:creationId xmlns:a16="http://schemas.microsoft.com/office/drawing/2014/main" id="{209D06E8-CF33-4A84-B98F-C12B41FE7292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Graphic 2">
              <a:extLst>
                <a:ext uri="{FF2B5EF4-FFF2-40B4-BE49-F238E27FC236}">
                  <a16:creationId xmlns:a16="http://schemas.microsoft.com/office/drawing/2014/main" id="{8A9723AA-2088-4FA7-A90A-F463B67DAB6B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79599633-8896-40D8-AA98-7A55B13EC2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875320" y="1215350"/>
            <a:ext cx="2384085" cy="4448059"/>
          </a:xfrm>
          <a:custGeom>
            <a:avLst/>
            <a:gdLst>
              <a:gd name="connsiteX0" fmla="*/ 256439 w 2384085"/>
              <a:gd name="connsiteY0" fmla="*/ 0 h 4448059"/>
              <a:gd name="connsiteX1" fmla="*/ 483496 w 2384085"/>
              <a:gd name="connsiteY1" fmla="*/ 0 h 4448059"/>
              <a:gd name="connsiteX2" fmla="*/ 505506 w 2384085"/>
              <a:gd name="connsiteY2" fmla="*/ 18839 h 4448059"/>
              <a:gd name="connsiteX3" fmla="*/ 675825 w 2384085"/>
              <a:gd name="connsiteY3" fmla="*/ 164616 h 4448059"/>
              <a:gd name="connsiteX4" fmla="*/ 1697576 w 2384085"/>
              <a:gd name="connsiteY4" fmla="*/ 164616 h 4448059"/>
              <a:gd name="connsiteX5" fmla="*/ 1867894 w 2384085"/>
              <a:gd name="connsiteY5" fmla="*/ 18839 h 4448059"/>
              <a:gd name="connsiteX6" fmla="*/ 1889905 w 2384085"/>
              <a:gd name="connsiteY6" fmla="*/ 0 h 4448059"/>
              <a:gd name="connsiteX7" fmla="*/ 2127646 w 2384085"/>
              <a:gd name="connsiteY7" fmla="*/ 0 h 4448059"/>
              <a:gd name="connsiteX8" fmla="*/ 2384085 w 2384085"/>
              <a:gd name="connsiteY8" fmla="*/ 219488 h 4448059"/>
              <a:gd name="connsiteX9" fmla="*/ 2384085 w 2384085"/>
              <a:gd name="connsiteY9" fmla="*/ 4228571 h 4448059"/>
              <a:gd name="connsiteX10" fmla="*/ 2127646 w 2384085"/>
              <a:gd name="connsiteY10" fmla="*/ 4448059 h 4448059"/>
              <a:gd name="connsiteX11" fmla="*/ 256439 w 2384085"/>
              <a:gd name="connsiteY11" fmla="*/ 4448059 h 4448059"/>
              <a:gd name="connsiteX12" fmla="*/ 0 w 2384085"/>
              <a:gd name="connsiteY12" fmla="*/ 4228571 h 4448059"/>
              <a:gd name="connsiteX13" fmla="*/ 0 w 2384085"/>
              <a:gd name="connsiteY13" fmla="*/ 219488 h 4448059"/>
              <a:gd name="connsiteX14" fmla="*/ 256439 w 2384085"/>
              <a:gd name="connsiteY14" fmla="*/ 0 h 44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4085" h="4448059">
                <a:moveTo>
                  <a:pt x="256439" y="0"/>
                </a:moveTo>
                <a:lnTo>
                  <a:pt x="483496" y="0"/>
                </a:lnTo>
                <a:cubicBezTo>
                  <a:pt x="495623" y="0"/>
                  <a:pt x="505506" y="8414"/>
                  <a:pt x="505506" y="18839"/>
                </a:cubicBezTo>
                <a:cubicBezTo>
                  <a:pt x="505506" y="99364"/>
                  <a:pt x="581797" y="164616"/>
                  <a:pt x="675825" y="164616"/>
                </a:cubicBezTo>
                <a:lnTo>
                  <a:pt x="1697576" y="164616"/>
                </a:lnTo>
                <a:cubicBezTo>
                  <a:pt x="1791657" y="164616"/>
                  <a:pt x="1867894" y="99318"/>
                  <a:pt x="1867894" y="18839"/>
                </a:cubicBezTo>
                <a:cubicBezTo>
                  <a:pt x="1867894" y="8460"/>
                  <a:pt x="1877724" y="0"/>
                  <a:pt x="1889905" y="0"/>
                </a:cubicBezTo>
                <a:lnTo>
                  <a:pt x="2127646" y="0"/>
                </a:lnTo>
                <a:cubicBezTo>
                  <a:pt x="2269275" y="0"/>
                  <a:pt x="2384085" y="98267"/>
                  <a:pt x="2384085" y="219488"/>
                </a:cubicBezTo>
                <a:lnTo>
                  <a:pt x="2384085" y="4228571"/>
                </a:lnTo>
                <a:cubicBezTo>
                  <a:pt x="2384085" y="4349792"/>
                  <a:pt x="2269275" y="4448059"/>
                  <a:pt x="2127646" y="4448059"/>
                </a:cubicBezTo>
                <a:lnTo>
                  <a:pt x="256439" y="4448059"/>
                </a:lnTo>
                <a:cubicBezTo>
                  <a:pt x="114810" y="4448059"/>
                  <a:pt x="0" y="4349792"/>
                  <a:pt x="0" y="4228571"/>
                </a:cubicBezTo>
                <a:lnTo>
                  <a:pt x="0" y="219488"/>
                </a:lnTo>
                <a:cubicBezTo>
                  <a:pt x="0" y="98267"/>
                  <a:pt x="114810" y="0"/>
                  <a:pt x="2564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390990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949994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303091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960261178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114711585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82542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94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02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74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8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32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8D8F62-20B6-2404-450F-F3F821CBDFB5}"/>
              </a:ext>
            </a:extLst>
          </p:cNvPr>
          <p:cNvSpPr txBox="1"/>
          <p:nvPr/>
        </p:nvSpPr>
        <p:spPr>
          <a:xfrm>
            <a:off x="2540000" y="4612640"/>
            <a:ext cx="711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PERKEMBANGAN TEKNOLOGI MICROWAVE LINK</a:t>
            </a:r>
            <a:endParaRPr lang="en-ID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53798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25059-9080-2967-7D29-A48DB070BDAA}"/>
              </a:ext>
            </a:extLst>
          </p:cNvPr>
          <p:cNvSpPr txBox="1"/>
          <p:nvPr/>
        </p:nvSpPr>
        <p:spPr>
          <a:xfrm>
            <a:off x="447040" y="853440"/>
            <a:ext cx="5201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MENGENAL MICROWAVE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D27BA-004A-F9ED-D60D-54F108F356F9}"/>
              </a:ext>
            </a:extLst>
          </p:cNvPr>
          <p:cNvSpPr txBox="1"/>
          <p:nvPr/>
        </p:nvSpPr>
        <p:spPr>
          <a:xfrm>
            <a:off x="447040" y="2616220"/>
            <a:ext cx="114300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D" sz="2000" b="1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Microwave Link 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merupakan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sistem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komunikasi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dalam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berkomunikasi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Rentang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frekekuensi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mikro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mengirimkan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informasi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antara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dua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lokasi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 Microwave Link</a:t>
            </a:r>
            <a:r>
              <a:rPr lang="en-ID" sz="2000" b="1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 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banyak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di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dalam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industri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Seperti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dalam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penyiaran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tautan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mikro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mengirim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informasi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program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studio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lokasi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pemancar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bisa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jadi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jarak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nya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mil - mil.</a:t>
            </a:r>
          </a:p>
          <a:p>
            <a:pPr algn="l"/>
            <a:endParaRPr lang="en-ID" sz="2000" b="0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just"/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Selain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itu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dengan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teknologi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ini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penyedia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layanan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internet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nirkabel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tautan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mikro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menyediakan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akses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internet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dengan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kecepatan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tinggi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tanpa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koneksi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kabel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 Perusahaan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telepon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juga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menggunakan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mentransmisikan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panggilan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antara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pusat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switching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melalui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tautan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sz="2000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mikro</a:t>
            </a:r>
            <a:r>
              <a:rPr lang="en-ID" sz="2000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0858773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2CD86-3EFE-27CA-00C1-8902D3C36CFD}"/>
              </a:ext>
            </a:extLst>
          </p:cNvPr>
          <p:cNvSpPr txBox="1"/>
          <p:nvPr/>
        </p:nvSpPr>
        <p:spPr>
          <a:xfrm>
            <a:off x="581660" y="366623"/>
            <a:ext cx="576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KOMPONEN MICROWAVE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E9741-2B58-777B-20B2-C680A143D366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845C8-3303-474F-A577-5C8C4B0B0E43}"/>
              </a:ext>
            </a:extLst>
          </p:cNvPr>
          <p:cNvSpPr txBox="1"/>
          <p:nvPr/>
        </p:nvSpPr>
        <p:spPr>
          <a:xfrm>
            <a:off x="581660" y="1308953"/>
            <a:ext cx="11292840" cy="5154494"/>
          </a:xfrm>
          <a:prstGeom prst="rect">
            <a:avLst/>
          </a:prstGeom>
          <a:noFill/>
        </p:spPr>
        <p:txBody>
          <a:bodyPr wrap="square" numCol="2" spcCol="360000" rtlCol="0">
            <a:spAutoFit/>
          </a:bodyPr>
          <a:lstStyle/>
          <a:p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1. Indoor Unit (IDU)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berfungsi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sebagai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modulator-demodulator signal.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Selain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itu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juga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berfungsi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sebagai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forward error correction (FEC). Indoor unit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biasanya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di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letakan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dalam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gedung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  <a:endParaRPr lang="en-ID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lvl="1"/>
            <a:endParaRPr lang="en-ID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2.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Outdoot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Unit (ODU)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berfungsi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melakukan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konversi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signal digital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termodulasi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mempunyai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rendah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tinggi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Daya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Outdoor Unit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dicatu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Indoor unit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melalui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kabel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koaksial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 </a:t>
            </a:r>
          </a:p>
          <a:p>
            <a:pPr lvl="1"/>
            <a:endParaRPr lang="en-ID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3.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Antena</a:t>
            </a:r>
            <a:endParaRPr lang="en-ID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antena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berguna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mentransfer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energi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elektromagnetik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ruang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bebas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saluran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transimisi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sebaliknya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lvl="1"/>
            <a:endParaRPr lang="en-ID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4. Waveguide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berguna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meminimalisir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redaman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(loss)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yaitu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salah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satu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kunci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link microwave.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5. Menara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menompang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Microwave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Antena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,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perhitungan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dalam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jumlah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antena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beban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total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harus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benar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agar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tidak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melampaui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kapasitas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beban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maksimum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menara</a:t>
            </a:r>
            <a:r>
              <a:rPr lang="en-ID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580182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4D9898-6902-F39D-8D73-8D32E7CE3AB9}"/>
              </a:ext>
            </a:extLst>
          </p:cNvPr>
          <p:cNvSpPr txBox="1"/>
          <p:nvPr/>
        </p:nvSpPr>
        <p:spPr>
          <a:xfrm>
            <a:off x="591820" y="417423"/>
            <a:ext cx="6685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SALURAN PADA MICROWAVE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24E98-CEDD-206B-56DD-5AC0E9BC3AE5}"/>
              </a:ext>
            </a:extLst>
          </p:cNvPr>
          <p:cNvSpPr txBox="1"/>
          <p:nvPr/>
        </p:nvSpPr>
        <p:spPr>
          <a:xfrm>
            <a:off x="591820" y="1494363"/>
            <a:ext cx="11414760" cy="34163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l"/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1. Long Haul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Long Haul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memiliki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kerja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2-10GHz, dan pada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kondisi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iklim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normal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dapat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menempuh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hingga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rentang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45km - 80km.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dipergunakan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yaitu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2, 7, dan 10 GHz.</a:t>
            </a:r>
          </a:p>
          <a:p>
            <a:pPr lvl="1" algn="l"/>
            <a:endParaRPr lang="en-ID" b="0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l"/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2. Medium Haul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Medium Haul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memiliki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kerja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11-20GHz,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panjang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hop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antara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40km dan 20km.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13, 15, dan 18 GHz.</a:t>
            </a:r>
          </a:p>
          <a:p>
            <a:pPr lvl="1" algn="l"/>
            <a:endParaRPr lang="en-ID" b="0" i="0" dirty="0"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l"/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3. Short Haul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Short Haul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menjangkau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jarak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paling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pendek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,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bekerja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pada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jangkauan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tinggi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(23-58 GHz).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lang="en-ID" b="0" i="0" dirty="0"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23, 26, 27, 38, 55 dan 58 GHz.</a:t>
            </a:r>
          </a:p>
        </p:txBody>
      </p:sp>
    </p:spTree>
    <p:extLst>
      <p:ext uri="{BB962C8B-B14F-4D97-AF65-F5344CB8AC3E}">
        <p14:creationId xmlns:p14="http://schemas.microsoft.com/office/powerpoint/2010/main" val="12010060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B3920B-6AAE-2D16-E064-21D0A4D208E3}"/>
              </a:ext>
            </a:extLst>
          </p:cNvPr>
          <p:cNvSpPr txBox="1"/>
          <p:nvPr/>
        </p:nvSpPr>
        <p:spPr>
          <a:xfrm>
            <a:off x="558800" y="366623"/>
            <a:ext cx="775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I</a:t>
            </a:r>
            <a:r>
              <a:rPr lang="en-ID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STILAH ISTILAH PADA MICROWAVE LINK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EE0BA97-EDD1-D846-BA7A-F9091E1FC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80" y="1305340"/>
            <a:ext cx="11191240" cy="457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spcCol="360000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Backbone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telekomunikasi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komunikasi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terestrial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dipakai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kapasitas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besar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(SDH STM-1).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Transmision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Link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komunikasi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terestrial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dipakai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kapasitas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kecil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menengah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Microwave Link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sistem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komunikasi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(point to point)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melalui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mikro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antara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lain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pada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sistem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backbone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telekomunikasi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transmision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link,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serta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mempunyai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fungsi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mentransmisikan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informasi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satu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stasiun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stasiun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lain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poin</a:t>
            </a:r>
            <a:r>
              <a:rPr lang="en-US" altLang="en-US" dirty="0">
                <a:solidFill>
                  <a:schemeClr val="bg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to point).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Studio Transmitter Link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komunikasi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titik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(point to point)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menghubungkan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stasiun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penyiaran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(studio)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suatu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lembaga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penyiaran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sarana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pemancar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dan/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sarana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transmisi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(transmitter)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menyalurkan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siaran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  <a:endParaRPr lang="en-US" altLang="en-US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Spurious Emission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emisi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gelombang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luar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bandwidth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ditentukan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Antena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merupakan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sub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perangkat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berfungsi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memancarkan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atau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menerima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suatu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sinyal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frekuensi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radio. </a:t>
            </a:r>
          </a:p>
        </p:txBody>
      </p:sp>
    </p:spTree>
    <p:extLst>
      <p:ext uri="{BB962C8B-B14F-4D97-AF65-F5344CB8AC3E}">
        <p14:creationId xmlns:p14="http://schemas.microsoft.com/office/powerpoint/2010/main" val="220242225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B3920B-6AAE-2D16-E064-21D0A4D208E3}"/>
              </a:ext>
            </a:extLst>
          </p:cNvPr>
          <p:cNvSpPr txBox="1"/>
          <p:nvPr/>
        </p:nvSpPr>
        <p:spPr>
          <a:xfrm>
            <a:off x="558800" y="366623"/>
            <a:ext cx="775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I</a:t>
            </a:r>
            <a:r>
              <a:rPr lang="en-ID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STILAH ISTILAH PADA MICROWAVE LINK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CA9ED-816F-AD1B-452A-2A50A8DAF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850" y="1560684"/>
            <a:ext cx="1004459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ATM : Asynchronous Transfer Mode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BER : Bit Error Rate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CBR : Constant Bit Rate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CS : Channel Separation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dB : Decibel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dBm : Decibel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mili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EWS : Engineering Work Station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GE : Gigabit Ethernet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GUI : Graphical User Interface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HDB3 : High Density Bipolar 3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IDU : Indoor Unit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IP   : Internet Protocol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ODU : Outdoor Unit  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PDH :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Plesiochronous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Digital Hierarchy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PSK : Phase-Shift Keying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QAM : Quadrature amplitude modulation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QPSK : Quadrature Phase-Shift Keying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RIC : Radio Interface Capacities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RSL : Receive Input Signal Level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SDH : Synchronous Digital Hierarchy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STM : Synchronous Transport Module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TDM : Time-Division Multiplexing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UBR : Unspecified Bit Rate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- VBR-rt : Variable Bit Rate – real time</a:t>
            </a:r>
          </a:p>
        </p:txBody>
      </p:sp>
    </p:spTree>
    <p:extLst>
      <p:ext uri="{BB962C8B-B14F-4D97-AF65-F5344CB8AC3E}">
        <p14:creationId xmlns:p14="http://schemas.microsoft.com/office/powerpoint/2010/main" val="40297792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FAE5A7-71A0-665A-82A4-7F7D58FC3565}"/>
              </a:ext>
            </a:extLst>
          </p:cNvPr>
          <p:cNvSpPr/>
          <p:nvPr/>
        </p:nvSpPr>
        <p:spPr>
          <a:xfrm>
            <a:off x="0" y="-4505"/>
            <a:ext cx="5252720" cy="6862505"/>
          </a:xfrm>
          <a:prstGeom prst="rect">
            <a:avLst/>
          </a:prstGeom>
          <a:solidFill>
            <a:srgbClr val="B15F1A"/>
          </a:solidFill>
          <a:ln>
            <a:solidFill>
              <a:srgbClr val="B15F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37820C-82D6-2BDD-716D-0067C294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37" y="910212"/>
            <a:ext cx="4409123" cy="4409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D222BC-27F3-0CFD-C6AD-4A2BCF14D7F4}"/>
              </a:ext>
            </a:extLst>
          </p:cNvPr>
          <p:cNvSpPr txBox="1"/>
          <p:nvPr/>
        </p:nvSpPr>
        <p:spPr>
          <a:xfrm>
            <a:off x="914400" y="5609792"/>
            <a:ext cx="3627120" cy="587028"/>
          </a:xfrm>
          <a:prstGeom prst="rect">
            <a:avLst/>
          </a:prstGeom>
          <a:noFill/>
          <a:ln>
            <a:solidFill>
              <a:srgbClr val="CA782E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KAMU NANYA ???</a:t>
            </a:r>
            <a:endParaRPr lang="en-ID" sz="3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503BA-CA4B-B425-0982-F2EF8ECBDE09}"/>
              </a:ext>
            </a:extLst>
          </p:cNvPr>
          <p:cNvSpPr/>
          <p:nvPr/>
        </p:nvSpPr>
        <p:spPr>
          <a:xfrm>
            <a:off x="6939280" y="-4506"/>
            <a:ext cx="5252720" cy="6862505"/>
          </a:xfrm>
          <a:prstGeom prst="rect">
            <a:avLst/>
          </a:prstGeom>
          <a:solidFill>
            <a:srgbClr val="B15F1A"/>
          </a:solidFill>
          <a:ln>
            <a:solidFill>
              <a:srgbClr val="B15F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6F30C-6272-127F-815A-BDBB83D34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83" y="910212"/>
            <a:ext cx="4399280" cy="4525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4B4CC7-C594-F82E-87FC-7C589876F3E4}"/>
              </a:ext>
            </a:extLst>
          </p:cNvPr>
          <p:cNvSpPr txBox="1"/>
          <p:nvPr/>
        </p:nvSpPr>
        <p:spPr>
          <a:xfrm>
            <a:off x="7777163" y="5654274"/>
            <a:ext cx="3627120" cy="587028"/>
          </a:xfrm>
          <a:prstGeom prst="rect">
            <a:avLst/>
          </a:prstGeom>
          <a:noFill/>
          <a:ln>
            <a:solidFill>
              <a:srgbClr val="CA782E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KAMU NANYA ???</a:t>
            </a:r>
            <a:endParaRPr lang="en-ID" sz="3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AC25D-E178-3630-0EDB-4C0736B3B6FF}"/>
              </a:ext>
            </a:extLst>
          </p:cNvPr>
          <p:cNvSpPr txBox="1"/>
          <p:nvPr/>
        </p:nvSpPr>
        <p:spPr>
          <a:xfrm>
            <a:off x="5836642" y="672146"/>
            <a:ext cx="518715" cy="5509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TERIMAKASIH</a:t>
            </a:r>
            <a:endParaRPr lang="en-ID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95311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ver and End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ontents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ection Break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Futuristic City Keyhole PowerPoint Templates</Template>
  <TotalTime>91</TotalTime>
  <Words>677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MV Boli</vt:lpstr>
      <vt:lpstr>Cover and End Slide Master</vt:lpstr>
      <vt:lpstr>Contents Slide Master</vt:lpstr>
      <vt:lpstr>Section Break Slide Master</vt:lpstr>
      <vt:lpstr>1_Contents Slide Master</vt:lpstr>
      <vt:lpstr>1_Section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sunusetyojati@gmail.com</dc:creator>
  <cp:lastModifiedBy>sunusetyojati@gmail.com</cp:lastModifiedBy>
  <cp:revision>4</cp:revision>
  <dcterms:created xsi:type="dcterms:W3CDTF">2022-11-02T12:15:05Z</dcterms:created>
  <dcterms:modified xsi:type="dcterms:W3CDTF">2022-11-02T13:54:44Z</dcterms:modified>
</cp:coreProperties>
</file>